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6" r:id="rId9"/>
    <p:sldId id="261" r:id="rId10"/>
    <p:sldId id="267" r:id="rId11"/>
    <p:sldId id="262" r:id="rId12"/>
    <p:sldId id="268" r:id="rId13"/>
    <p:sldId id="26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5F3FE5-5968-448B-BB82-EDAAB62C4C82}" v="16" dt="2026-04-03T08:51:05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6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헌 권" userId="dc9c80ddbc13a00a" providerId="LiveId" clId="{EF93C397-6479-49D9-A949-C9E4C49FFC40}"/>
    <pc:docChg chg="undo custSel addSld modSld">
      <pc:chgData name="진헌 권" userId="dc9c80ddbc13a00a" providerId="LiveId" clId="{EF93C397-6479-49D9-A949-C9E4C49FFC40}" dt="2026-04-03T08:51:05.270" v="630"/>
      <pc:docMkLst>
        <pc:docMk/>
      </pc:docMkLst>
      <pc:sldChg chg="addSp delSp modSp mod modTransition delAnim modAnim">
        <pc:chgData name="진헌 권" userId="dc9c80ddbc13a00a" providerId="LiveId" clId="{EF93C397-6479-49D9-A949-C9E4C49FFC40}" dt="2026-04-03T08:51:05.270" v="630"/>
        <pc:sldMkLst>
          <pc:docMk/>
          <pc:sldMk cId="0" sldId="256"/>
        </pc:sldMkLst>
        <pc:spChg chg="mod">
          <ac:chgData name="진헌 권" userId="dc9c80ddbc13a00a" providerId="LiveId" clId="{EF93C397-6479-49D9-A949-C9E4C49FFC40}" dt="2026-04-03T02:53:00.752" v="604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진헌 권" userId="dc9c80ddbc13a00a" providerId="LiveId" clId="{EF93C397-6479-49D9-A949-C9E4C49FFC40}" dt="2026-04-03T02:52:46.021" v="591" actId="1038"/>
          <ac:spMkLst>
            <pc:docMk/>
            <pc:sldMk cId="0" sldId="256"/>
            <ac:spMk id="8" creationId="{00000000-0000-0000-0000-000000000000}"/>
          </ac:spMkLst>
        </pc:spChg>
        <pc:spChg chg="mod">
          <ac:chgData name="진헌 권" userId="dc9c80ddbc13a00a" providerId="LiveId" clId="{EF93C397-6479-49D9-A949-C9E4C49FFC40}" dt="2026-04-03T02:52:49.646" v="601" actId="1038"/>
          <ac:spMkLst>
            <pc:docMk/>
            <pc:sldMk cId="0" sldId="256"/>
            <ac:spMk id="9" creationId="{00000000-0000-0000-0000-000000000000}"/>
          </ac:spMkLst>
        </pc:spChg>
        <pc:spChg chg="mod">
          <ac:chgData name="진헌 권" userId="dc9c80ddbc13a00a" providerId="LiveId" clId="{EF93C397-6479-49D9-A949-C9E4C49FFC40}" dt="2026-04-03T02:27:23.757" v="63" actId="103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진헌 권" userId="dc9c80ddbc13a00a" providerId="LiveId" clId="{EF93C397-6479-49D9-A949-C9E4C49FFC40}" dt="2026-04-03T02:27:16.362" v="34" actId="103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진헌 권" userId="dc9c80ddbc13a00a" providerId="LiveId" clId="{EF93C397-6479-49D9-A949-C9E4C49FFC40}" dt="2026-04-03T02:27:04.777" v="19" actId="103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진헌 권" userId="dc9c80ddbc13a00a" providerId="LiveId" clId="{EF93C397-6479-49D9-A949-C9E4C49FFC40}" dt="2026-04-03T02:49:44.593" v="540" actId="20577"/>
          <ac:spMkLst>
            <pc:docMk/>
            <pc:sldMk cId="0" sldId="256"/>
            <ac:spMk id="19" creationId="{00000000-0000-0000-0000-000000000000}"/>
          </ac:spMkLst>
        </pc:spChg>
        <pc:spChg chg="del">
          <ac:chgData name="진헌 권" userId="dc9c80ddbc13a00a" providerId="LiveId" clId="{EF93C397-6479-49D9-A949-C9E4C49FFC40}" dt="2026-04-03T02:30:30.203" v="140" actId="478"/>
          <ac:spMkLst>
            <pc:docMk/>
            <pc:sldMk cId="0" sldId="256"/>
            <ac:spMk id="20" creationId="{00000000-0000-0000-0000-000000000000}"/>
          </ac:spMkLst>
        </pc:spChg>
        <pc:spChg chg="del mod">
          <ac:chgData name="진헌 권" userId="dc9c80ddbc13a00a" providerId="LiveId" clId="{EF93C397-6479-49D9-A949-C9E4C49FFC40}" dt="2026-04-03T02:30:38.096" v="141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진헌 권" userId="dc9c80ddbc13a00a" providerId="LiveId" clId="{EF93C397-6479-49D9-A949-C9E4C49FFC40}" dt="2026-04-03T02:30:39.147" v="142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진헌 권" userId="dc9c80ddbc13a00a" providerId="LiveId" clId="{EF93C397-6479-49D9-A949-C9E4C49FFC40}" dt="2026-04-03T02:30:41.978" v="143" actId="478"/>
          <ac:spMkLst>
            <pc:docMk/>
            <pc:sldMk cId="0" sldId="256"/>
            <ac:spMk id="23" creationId="{00000000-0000-0000-0000-000000000000}"/>
          </ac:spMkLst>
        </pc:spChg>
        <pc:spChg chg="mod">
          <ac:chgData name="진헌 권" userId="dc9c80ddbc13a00a" providerId="LiveId" clId="{EF93C397-6479-49D9-A949-C9E4C49FFC40}" dt="2026-04-03T02:52:56.748" v="602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진헌 권" userId="dc9c80ddbc13a00a" providerId="LiveId" clId="{EF93C397-6479-49D9-A949-C9E4C49FFC40}" dt="2026-04-03T02:53:04.855" v="605" actId="1076"/>
          <ac:spMkLst>
            <pc:docMk/>
            <pc:sldMk cId="0" sldId="256"/>
            <ac:spMk id="25" creationId="{00000000-0000-0000-0000-000000000000}"/>
          </ac:spMkLst>
        </pc:spChg>
        <pc:picChg chg="add del mod">
          <ac:chgData name="진헌 권" userId="dc9c80ddbc13a00a" providerId="LiveId" clId="{EF93C397-6479-49D9-A949-C9E4C49FFC40}" dt="2026-04-03T08:45:24.662" v="628"/>
          <ac:picMkLst>
            <pc:docMk/>
            <pc:sldMk cId="0" sldId="256"/>
            <ac:picMk id="22" creationId="{A659C0CF-90A1-865D-8FB8-960E9B0CC970}"/>
          </ac:picMkLst>
        </pc:picChg>
        <pc:picChg chg="add del mod">
          <ac:chgData name="진헌 권" userId="dc9c80ddbc13a00a" providerId="LiveId" clId="{EF93C397-6479-49D9-A949-C9E4C49FFC40}" dt="2026-04-03T08:45:45.572" v="629" actId="478"/>
          <ac:picMkLst>
            <pc:docMk/>
            <pc:sldMk cId="0" sldId="256"/>
            <ac:picMk id="23" creationId="{2A01BEE1-9B5D-9C13-B4B8-231BC09C26B1}"/>
          </ac:picMkLst>
        </pc:picChg>
        <pc:picChg chg="add del mod">
          <ac:chgData name="진헌 권" userId="dc9c80ddbc13a00a" providerId="LiveId" clId="{EF93C397-6479-49D9-A949-C9E4C49FFC40}" dt="2026-04-03T08:36:08.022" v="608"/>
          <ac:picMkLst>
            <pc:docMk/>
            <pc:sldMk cId="0" sldId="256"/>
            <ac:picMk id="26" creationId="{BF853790-F0C0-BEC3-BD7F-0C20A42B8BEC}"/>
          </ac:picMkLst>
        </pc:picChg>
        <pc:picChg chg="add del mod ord">
          <ac:chgData name="진헌 권" userId="dc9c80ddbc13a00a" providerId="LiveId" clId="{EF93C397-6479-49D9-A949-C9E4C49FFC40}" dt="2026-04-03T08:37:41.546" v="609"/>
          <ac:picMkLst>
            <pc:docMk/>
            <pc:sldMk cId="0" sldId="256"/>
            <ac:picMk id="31" creationId="{C4843369-46EC-F939-6CC8-85BA2EF18F19}"/>
          </ac:picMkLst>
        </pc:picChg>
        <pc:picChg chg="add del mod">
          <ac:chgData name="진헌 권" userId="dc9c80ddbc13a00a" providerId="LiveId" clId="{EF93C397-6479-49D9-A949-C9E4C49FFC40}" dt="2026-04-03T08:41:02.548" v="624" actId="478"/>
          <ac:picMkLst>
            <pc:docMk/>
            <pc:sldMk cId="0" sldId="256"/>
            <ac:picMk id="32" creationId="{F16AF171-1E5E-1C8C-8D0B-5374643DA98B}"/>
          </ac:picMkLst>
        </pc:picChg>
      </pc:sldChg>
      <pc:sldChg chg="addSp delSp modSp mod">
        <pc:chgData name="진헌 권" userId="dc9c80ddbc13a00a" providerId="LiveId" clId="{EF93C397-6479-49D9-A949-C9E4C49FFC40}" dt="2026-04-03T08:43:06.677" v="625"/>
        <pc:sldMkLst>
          <pc:docMk/>
          <pc:sldMk cId="0" sldId="257"/>
        </pc:sldMkLst>
        <pc:picChg chg="add del mod">
          <ac:chgData name="진헌 권" userId="dc9c80ddbc13a00a" providerId="LiveId" clId="{EF93C397-6479-49D9-A949-C9E4C49FFC40}" dt="2026-04-03T02:32:58.017" v="173" actId="478"/>
          <ac:picMkLst>
            <pc:docMk/>
            <pc:sldMk cId="0" sldId="257"/>
            <ac:picMk id="38" creationId="{2D3F7A6E-CD45-C995-2F8E-4FDB4870A496}"/>
          </ac:picMkLst>
        </pc:picChg>
        <pc:picChg chg="add mod">
          <ac:chgData name="진헌 권" userId="dc9c80ddbc13a00a" providerId="LiveId" clId="{EF93C397-6479-49D9-A949-C9E4C49FFC40}" dt="2026-04-03T08:43:06.677" v="625"/>
          <ac:picMkLst>
            <pc:docMk/>
            <pc:sldMk cId="0" sldId="257"/>
            <ac:picMk id="40" creationId="{2F13BD74-1F71-7DB1-038C-66C335DB27C1}"/>
          </ac:picMkLst>
        </pc:picChg>
      </pc:sldChg>
      <pc:sldChg chg="addSp delSp modSp mod">
        <pc:chgData name="진헌 권" userId="dc9c80ddbc13a00a" providerId="LiveId" clId="{EF93C397-6479-49D9-A949-C9E4C49FFC40}" dt="2026-04-03T02:40:47.376" v="313" actId="1038"/>
        <pc:sldMkLst>
          <pc:docMk/>
          <pc:sldMk cId="0" sldId="259"/>
        </pc:sldMkLst>
        <pc:spChg chg="mod">
          <ac:chgData name="진헌 권" userId="dc9c80ddbc13a00a" providerId="LiveId" clId="{EF93C397-6479-49D9-A949-C9E4C49FFC40}" dt="2026-04-03T02:39:14.839" v="244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진헌 권" userId="dc9c80ddbc13a00a" providerId="LiveId" clId="{EF93C397-6479-49D9-A949-C9E4C49FFC40}" dt="2026-04-03T02:39:44.538" v="259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진헌 권" userId="dc9c80ddbc13a00a" providerId="LiveId" clId="{EF93C397-6479-49D9-A949-C9E4C49FFC40}" dt="2026-04-03T02:38:19.639" v="220" actId="20577"/>
          <ac:spMkLst>
            <pc:docMk/>
            <pc:sldMk cId="0" sldId="259"/>
            <ac:spMk id="31" creationId="{00000000-0000-0000-0000-000000000000}"/>
          </ac:spMkLst>
        </pc:spChg>
        <pc:spChg chg="del">
          <ac:chgData name="진헌 권" userId="dc9c80ddbc13a00a" providerId="LiveId" clId="{EF93C397-6479-49D9-A949-C9E4C49FFC40}" dt="2026-04-03T02:38:32.273" v="222" actId="478"/>
          <ac:spMkLst>
            <pc:docMk/>
            <pc:sldMk cId="0" sldId="259"/>
            <ac:spMk id="34" creationId="{00000000-0000-0000-0000-000000000000}"/>
          </ac:spMkLst>
        </pc:spChg>
        <pc:spChg chg="mod">
          <ac:chgData name="진헌 권" userId="dc9c80ddbc13a00a" providerId="LiveId" clId="{EF93C397-6479-49D9-A949-C9E4C49FFC40}" dt="2026-04-03T02:38:40.547" v="230" actId="20577"/>
          <ac:spMkLst>
            <pc:docMk/>
            <pc:sldMk cId="0" sldId="259"/>
            <ac:spMk id="35" creationId="{00000000-0000-0000-0000-000000000000}"/>
          </ac:spMkLst>
        </pc:spChg>
        <pc:spChg chg="del">
          <ac:chgData name="진헌 권" userId="dc9c80ddbc13a00a" providerId="LiveId" clId="{EF93C397-6479-49D9-A949-C9E4C49FFC40}" dt="2026-04-03T02:38:45.213" v="231" actId="478"/>
          <ac:spMkLst>
            <pc:docMk/>
            <pc:sldMk cId="0" sldId="259"/>
            <ac:spMk id="36" creationId="{00000000-0000-0000-0000-000000000000}"/>
          </ac:spMkLst>
        </pc:spChg>
        <pc:spChg chg="del">
          <ac:chgData name="진헌 권" userId="dc9c80ddbc13a00a" providerId="LiveId" clId="{EF93C397-6479-49D9-A949-C9E4C49FFC40}" dt="2026-04-03T02:38:47.432" v="232" actId="478"/>
          <ac:spMkLst>
            <pc:docMk/>
            <pc:sldMk cId="0" sldId="259"/>
            <ac:spMk id="37" creationId="{00000000-0000-0000-0000-000000000000}"/>
          </ac:spMkLst>
        </pc:spChg>
        <pc:picChg chg="add mod">
          <ac:chgData name="진헌 권" userId="dc9c80ddbc13a00a" providerId="LiveId" clId="{EF93C397-6479-49D9-A949-C9E4C49FFC40}" dt="2026-04-03T02:38:50.857" v="233" actId="1076"/>
          <ac:picMkLst>
            <pc:docMk/>
            <pc:sldMk cId="0" sldId="259"/>
            <ac:picMk id="39" creationId="{0BD82E77-94D2-B949-FB9E-CFD3CF68A2A2}"/>
          </ac:picMkLst>
        </pc:picChg>
        <pc:picChg chg="add mod">
          <ac:chgData name="진헌 권" userId="dc9c80ddbc13a00a" providerId="LiveId" clId="{EF93C397-6479-49D9-A949-C9E4C49FFC40}" dt="2026-04-03T02:39:39.134" v="249" actId="1076"/>
          <ac:picMkLst>
            <pc:docMk/>
            <pc:sldMk cId="0" sldId="259"/>
            <ac:picMk id="41" creationId="{6BCCF9F6-6FE5-298F-A3C4-453847993D3E}"/>
          </ac:picMkLst>
        </pc:picChg>
        <pc:picChg chg="add mod">
          <ac:chgData name="진헌 권" userId="dc9c80ddbc13a00a" providerId="LiveId" clId="{EF93C397-6479-49D9-A949-C9E4C49FFC40}" dt="2026-04-03T02:40:47.376" v="313" actId="1038"/>
          <ac:picMkLst>
            <pc:docMk/>
            <pc:sldMk cId="0" sldId="259"/>
            <ac:picMk id="43" creationId="{2D16D18D-460D-F4A0-D3FD-E0091030F33F}"/>
          </ac:picMkLst>
        </pc:picChg>
        <pc:picChg chg="add mod">
          <ac:chgData name="진헌 권" userId="dc9c80ddbc13a00a" providerId="LiveId" clId="{EF93C397-6479-49D9-A949-C9E4C49FFC40}" dt="2026-04-03T02:40:42.916" v="290" actId="1037"/>
          <ac:picMkLst>
            <pc:docMk/>
            <pc:sldMk cId="0" sldId="259"/>
            <ac:picMk id="45" creationId="{81388A2E-2FEA-2783-5D0E-290766779EC9}"/>
          </ac:picMkLst>
        </pc:picChg>
      </pc:sldChg>
      <pc:sldChg chg="addSp modSp mod">
        <pc:chgData name="진헌 권" userId="dc9c80ddbc13a00a" providerId="LiveId" clId="{EF93C397-6479-49D9-A949-C9E4C49FFC40}" dt="2026-04-03T02:44:01.098" v="435"/>
        <pc:sldMkLst>
          <pc:docMk/>
          <pc:sldMk cId="0" sldId="260"/>
        </pc:sldMkLst>
        <pc:spChg chg="mod">
          <ac:chgData name="진헌 권" userId="dc9c80ddbc13a00a" providerId="LiveId" clId="{EF93C397-6479-49D9-A949-C9E4C49FFC40}" dt="2026-04-03T02:43:28.191" v="433" actId="20577"/>
          <ac:spMkLst>
            <pc:docMk/>
            <pc:sldMk cId="0" sldId="260"/>
            <ac:spMk id="31" creationId="{00000000-0000-0000-0000-000000000000}"/>
          </ac:spMkLst>
        </pc:spChg>
        <pc:spChg chg="mod">
          <ac:chgData name="진헌 권" userId="dc9c80ddbc13a00a" providerId="LiveId" clId="{EF93C397-6479-49D9-A949-C9E4C49FFC40}" dt="2026-04-03T02:43:14.974" v="412"/>
          <ac:spMkLst>
            <pc:docMk/>
            <pc:sldMk cId="0" sldId="260"/>
            <ac:spMk id="32" creationId="{00000000-0000-0000-0000-000000000000}"/>
          </ac:spMkLst>
        </pc:spChg>
        <pc:spChg chg="mod">
          <ac:chgData name="진헌 권" userId="dc9c80ddbc13a00a" providerId="LiveId" clId="{EF93C397-6479-49D9-A949-C9E4C49FFC40}" dt="2026-04-03T02:43:46.180" v="434"/>
          <ac:spMkLst>
            <pc:docMk/>
            <pc:sldMk cId="0" sldId="260"/>
            <ac:spMk id="36" creationId="{00000000-0000-0000-0000-000000000000}"/>
          </ac:spMkLst>
        </pc:spChg>
        <pc:spChg chg="mod">
          <ac:chgData name="진헌 권" userId="dc9c80ddbc13a00a" providerId="LiveId" clId="{EF93C397-6479-49D9-A949-C9E4C49FFC40}" dt="2026-04-03T02:44:01.098" v="435"/>
          <ac:spMkLst>
            <pc:docMk/>
            <pc:sldMk cId="0" sldId="260"/>
            <ac:spMk id="40" creationId="{00000000-0000-0000-0000-000000000000}"/>
          </ac:spMkLst>
        </pc:spChg>
        <pc:picChg chg="add mod">
          <ac:chgData name="진헌 권" userId="dc9c80ddbc13a00a" providerId="LiveId" clId="{EF93C397-6479-49D9-A949-C9E4C49FFC40}" dt="2026-04-03T02:41:51.613" v="382" actId="1038"/>
          <ac:picMkLst>
            <pc:docMk/>
            <pc:sldMk cId="0" sldId="260"/>
            <ac:picMk id="42" creationId="{F0D4C034-77CB-4D56-3C8E-B633BFAB70EE}"/>
          </ac:picMkLst>
        </pc:picChg>
        <pc:picChg chg="add mod">
          <ac:chgData name="진헌 권" userId="dc9c80ddbc13a00a" providerId="LiveId" clId="{EF93C397-6479-49D9-A949-C9E4C49FFC40}" dt="2026-04-03T02:42:09.599" v="405" actId="1038"/>
          <ac:picMkLst>
            <pc:docMk/>
            <pc:sldMk cId="0" sldId="260"/>
            <ac:picMk id="44" creationId="{7AEB9916-4A6D-164F-4608-1C970D9A1002}"/>
          </ac:picMkLst>
        </pc:picChg>
        <pc:picChg chg="add mod">
          <ac:chgData name="진헌 권" userId="dc9c80ddbc13a00a" providerId="LiveId" clId="{EF93C397-6479-49D9-A949-C9E4C49FFC40}" dt="2026-04-03T02:42:45.406" v="411" actId="14100"/>
          <ac:picMkLst>
            <pc:docMk/>
            <pc:sldMk cId="0" sldId="260"/>
            <ac:picMk id="46" creationId="{B4206E28-9E3C-E5DF-2B6A-490D059AA1DC}"/>
          </ac:picMkLst>
        </pc:picChg>
      </pc:sldChg>
      <pc:sldChg chg="addSp delSp modSp mod">
        <pc:chgData name="진헌 권" userId="dc9c80ddbc13a00a" providerId="LiveId" clId="{EF93C397-6479-49D9-A949-C9E4C49FFC40}" dt="2026-04-03T02:48:20.387" v="502" actId="478"/>
        <pc:sldMkLst>
          <pc:docMk/>
          <pc:sldMk cId="0" sldId="261"/>
        </pc:sldMkLst>
        <pc:spChg chg="del">
          <ac:chgData name="진헌 권" userId="dc9c80ddbc13a00a" providerId="LiveId" clId="{EF93C397-6479-49D9-A949-C9E4C49FFC40}" dt="2026-04-03T02:47:52.384" v="500" actId="478"/>
          <ac:spMkLst>
            <pc:docMk/>
            <pc:sldMk cId="0" sldId="261"/>
            <ac:spMk id="18" creationId="{00000000-0000-0000-0000-000000000000}"/>
          </ac:spMkLst>
        </pc:spChg>
        <pc:spChg chg="mod">
          <ac:chgData name="진헌 권" userId="dc9c80ddbc13a00a" providerId="LiveId" clId="{EF93C397-6479-49D9-A949-C9E4C49FFC40}" dt="2026-04-03T02:47:25.037" v="496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진헌 권" userId="dc9c80ddbc13a00a" providerId="LiveId" clId="{EF93C397-6479-49D9-A949-C9E4C49FFC40}" dt="2026-04-03T02:47:32.346" v="497" actId="107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진헌 권" userId="dc9c80ddbc13a00a" providerId="LiveId" clId="{EF93C397-6479-49D9-A949-C9E4C49FFC40}" dt="2026-04-03T02:47:32.346" v="497" actId="1076"/>
          <ac:spMkLst>
            <pc:docMk/>
            <pc:sldMk cId="0" sldId="261"/>
            <ac:spMk id="25" creationId="{00000000-0000-0000-0000-000000000000}"/>
          </ac:spMkLst>
        </pc:spChg>
        <pc:spChg chg="del">
          <ac:chgData name="진헌 권" userId="dc9c80ddbc13a00a" providerId="LiveId" clId="{EF93C397-6479-49D9-A949-C9E4C49FFC40}" dt="2026-04-03T02:47:49.752" v="499" actId="478"/>
          <ac:spMkLst>
            <pc:docMk/>
            <pc:sldMk cId="0" sldId="261"/>
            <ac:spMk id="30" creationId="{00000000-0000-0000-0000-000000000000}"/>
          </ac:spMkLst>
        </pc:spChg>
        <pc:spChg chg="del">
          <ac:chgData name="진헌 권" userId="dc9c80ddbc13a00a" providerId="LiveId" clId="{EF93C397-6479-49D9-A949-C9E4C49FFC40}" dt="2026-04-03T02:47:47.070" v="498" actId="478"/>
          <ac:spMkLst>
            <pc:docMk/>
            <pc:sldMk cId="0" sldId="261"/>
            <ac:spMk id="49" creationId="{00000000-0000-0000-0000-000000000000}"/>
          </ac:spMkLst>
        </pc:spChg>
        <pc:picChg chg="add del mod">
          <ac:chgData name="진헌 권" userId="dc9c80ddbc13a00a" providerId="LiveId" clId="{EF93C397-6479-49D9-A949-C9E4C49FFC40}" dt="2026-04-03T02:48:20.387" v="502" actId="478"/>
          <ac:picMkLst>
            <pc:docMk/>
            <pc:sldMk cId="0" sldId="261"/>
            <ac:picMk id="51" creationId="{29A0EDAA-C478-9E9A-2E9B-78332FE9EF43}"/>
          </ac:picMkLst>
        </pc:picChg>
      </pc:sldChg>
      <pc:sldChg chg="addSp delSp modSp mod">
        <pc:chgData name="진헌 권" userId="dc9c80ddbc13a00a" providerId="LiveId" clId="{EF93C397-6479-49D9-A949-C9E4C49FFC40}" dt="2026-04-03T02:51:09.246" v="557" actId="478"/>
        <pc:sldMkLst>
          <pc:docMk/>
          <pc:sldMk cId="0" sldId="262"/>
        </pc:sldMkLst>
        <pc:spChg chg="del mod">
          <ac:chgData name="진헌 권" userId="dc9c80ddbc13a00a" providerId="LiveId" clId="{EF93C397-6479-49D9-A949-C9E4C49FFC40}" dt="2026-04-03T02:50:00.295" v="541" actId="478"/>
          <ac:spMkLst>
            <pc:docMk/>
            <pc:sldMk cId="0" sldId="262"/>
            <ac:spMk id="26" creationId="{00000000-0000-0000-0000-000000000000}"/>
          </ac:spMkLst>
        </pc:spChg>
        <pc:spChg chg="del">
          <ac:chgData name="진헌 권" userId="dc9c80ddbc13a00a" providerId="LiveId" clId="{EF93C397-6479-49D9-A949-C9E4C49FFC40}" dt="2026-04-03T02:50:08.254" v="543" actId="478"/>
          <ac:spMkLst>
            <pc:docMk/>
            <pc:sldMk cId="0" sldId="262"/>
            <ac:spMk id="27" creationId="{00000000-0000-0000-0000-000000000000}"/>
          </ac:spMkLst>
        </pc:spChg>
        <pc:spChg chg="del">
          <ac:chgData name="진헌 권" userId="dc9c80ddbc13a00a" providerId="LiveId" clId="{EF93C397-6479-49D9-A949-C9E4C49FFC40}" dt="2026-04-03T02:50:08.254" v="543" actId="478"/>
          <ac:spMkLst>
            <pc:docMk/>
            <pc:sldMk cId="0" sldId="262"/>
            <ac:spMk id="28" creationId="{00000000-0000-0000-0000-000000000000}"/>
          </ac:spMkLst>
        </pc:spChg>
        <pc:spChg chg="del">
          <ac:chgData name="진헌 권" userId="dc9c80ddbc13a00a" providerId="LiveId" clId="{EF93C397-6479-49D9-A949-C9E4C49FFC40}" dt="2026-04-03T02:50:11.382" v="544" actId="478"/>
          <ac:spMkLst>
            <pc:docMk/>
            <pc:sldMk cId="0" sldId="262"/>
            <ac:spMk id="29" creationId="{00000000-0000-0000-0000-000000000000}"/>
          </ac:spMkLst>
        </pc:spChg>
        <pc:spChg chg="del mod">
          <ac:chgData name="진헌 권" userId="dc9c80ddbc13a00a" providerId="LiveId" clId="{EF93C397-6479-49D9-A949-C9E4C49FFC40}" dt="2026-04-03T02:50:17.527" v="546" actId="478"/>
          <ac:spMkLst>
            <pc:docMk/>
            <pc:sldMk cId="0" sldId="262"/>
            <ac:spMk id="30" creationId="{00000000-0000-0000-0000-000000000000}"/>
          </ac:spMkLst>
        </pc:spChg>
        <pc:spChg chg="del mod">
          <ac:chgData name="진헌 권" userId="dc9c80ddbc13a00a" providerId="LiveId" clId="{EF93C397-6479-49D9-A949-C9E4C49FFC40}" dt="2026-04-03T02:50:00.295" v="541" actId="478"/>
          <ac:spMkLst>
            <pc:docMk/>
            <pc:sldMk cId="0" sldId="262"/>
            <ac:spMk id="36" creationId="{00000000-0000-0000-0000-000000000000}"/>
          </ac:spMkLst>
        </pc:spChg>
        <pc:spChg chg="del">
          <ac:chgData name="진헌 권" userId="dc9c80ddbc13a00a" providerId="LiveId" clId="{EF93C397-6479-49D9-A949-C9E4C49FFC40}" dt="2026-04-03T02:50:08.254" v="543" actId="478"/>
          <ac:spMkLst>
            <pc:docMk/>
            <pc:sldMk cId="0" sldId="262"/>
            <ac:spMk id="37" creationId="{00000000-0000-0000-0000-000000000000}"/>
          </ac:spMkLst>
        </pc:spChg>
        <pc:spChg chg="del">
          <ac:chgData name="진헌 권" userId="dc9c80ddbc13a00a" providerId="LiveId" clId="{EF93C397-6479-49D9-A949-C9E4C49FFC40}" dt="2026-04-03T02:50:03.391" v="542" actId="478"/>
          <ac:spMkLst>
            <pc:docMk/>
            <pc:sldMk cId="0" sldId="262"/>
            <ac:spMk id="38" creationId="{00000000-0000-0000-0000-000000000000}"/>
          </ac:spMkLst>
        </pc:spChg>
        <pc:spChg chg="del">
          <ac:chgData name="진헌 권" userId="dc9c80ddbc13a00a" providerId="LiveId" clId="{EF93C397-6479-49D9-A949-C9E4C49FFC40}" dt="2026-04-03T02:50:00.295" v="541" actId="478"/>
          <ac:spMkLst>
            <pc:docMk/>
            <pc:sldMk cId="0" sldId="262"/>
            <ac:spMk id="39" creationId="{00000000-0000-0000-0000-000000000000}"/>
          </ac:spMkLst>
        </pc:spChg>
        <pc:spChg chg="del mod">
          <ac:chgData name="진헌 권" userId="dc9c80ddbc13a00a" providerId="LiveId" clId="{EF93C397-6479-49D9-A949-C9E4C49FFC40}" dt="2026-04-03T02:50:00.295" v="541" actId="478"/>
          <ac:spMkLst>
            <pc:docMk/>
            <pc:sldMk cId="0" sldId="262"/>
            <ac:spMk id="40" creationId="{00000000-0000-0000-0000-000000000000}"/>
          </ac:spMkLst>
        </pc:spChg>
        <pc:spChg chg="del">
          <ac:chgData name="진헌 권" userId="dc9c80ddbc13a00a" providerId="LiveId" clId="{EF93C397-6479-49D9-A949-C9E4C49FFC40}" dt="2026-04-03T02:50:27.719" v="547" actId="478"/>
          <ac:spMkLst>
            <pc:docMk/>
            <pc:sldMk cId="0" sldId="262"/>
            <ac:spMk id="58" creationId="{00000000-0000-0000-0000-000000000000}"/>
          </ac:spMkLst>
        </pc:spChg>
        <pc:picChg chg="add del mod">
          <ac:chgData name="진헌 권" userId="dc9c80ddbc13a00a" providerId="LiveId" clId="{EF93C397-6479-49D9-A949-C9E4C49FFC40}" dt="2026-04-03T02:51:09.246" v="557" actId="478"/>
          <ac:picMkLst>
            <pc:docMk/>
            <pc:sldMk cId="0" sldId="262"/>
            <ac:picMk id="60" creationId="{52DC5883-977E-29B7-8C88-92487554F45F}"/>
          </ac:picMkLst>
        </pc:picChg>
      </pc:sldChg>
      <pc:sldChg chg="addSp delSp modSp new mod">
        <pc:chgData name="진헌 권" userId="dc9c80ddbc13a00a" providerId="LiveId" clId="{EF93C397-6479-49D9-A949-C9E4C49FFC40}" dt="2026-04-03T08:43:06.677" v="625"/>
        <pc:sldMkLst>
          <pc:docMk/>
          <pc:sldMk cId="2509099935" sldId="264"/>
        </pc:sldMkLst>
        <pc:picChg chg="add del mod">
          <ac:chgData name="진헌 권" userId="dc9c80ddbc13a00a" providerId="LiveId" clId="{EF93C397-6479-49D9-A949-C9E4C49FFC40}" dt="2026-04-03T08:39:47.212" v="610" actId="478"/>
          <ac:picMkLst>
            <pc:docMk/>
            <pc:sldMk cId="2509099935" sldId="264"/>
            <ac:picMk id="2" creationId="{BE25879C-0352-EE56-8254-21B3984E1F18}"/>
          </ac:picMkLst>
        </pc:picChg>
        <pc:picChg chg="add del mod">
          <ac:chgData name="진헌 권" userId="dc9c80ddbc13a00a" providerId="LiveId" clId="{EF93C397-6479-49D9-A949-C9E4C49FFC40}" dt="2026-04-03T08:39:55.588" v="614" actId="478"/>
          <ac:picMkLst>
            <pc:docMk/>
            <pc:sldMk cId="2509099935" sldId="264"/>
            <ac:picMk id="4" creationId="{5C9599C2-08A4-24F8-A098-419916ACE919}"/>
          </ac:picMkLst>
        </pc:picChg>
        <pc:picChg chg="add mod">
          <ac:chgData name="진헌 권" userId="dc9c80ddbc13a00a" providerId="LiveId" clId="{EF93C397-6479-49D9-A949-C9E4C49FFC40}" dt="2026-04-03T08:39:58.571" v="616" actId="27614"/>
          <ac:picMkLst>
            <pc:docMk/>
            <pc:sldMk cId="2509099935" sldId="264"/>
            <ac:picMk id="5" creationId="{3F4951EA-5AED-175F-5A17-5BC032FEB978}"/>
          </ac:picMkLst>
        </pc:picChg>
        <pc:picChg chg="add mod">
          <ac:chgData name="진헌 권" userId="dc9c80ddbc13a00a" providerId="LiveId" clId="{EF93C397-6479-49D9-A949-C9E4C49FFC40}" dt="2026-04-03T08:39:55.904" v="615"/>
          <ac:picMkLst>
            <pc:docMk/>
            <pc:sldMk cId="2509099935" sldId="264"/>
            <ac:picMk id="6" creationId="{9A1A47FE-BC0C-6D14-D3F6-686819D2897D}"/>
          </ac:picMkLst>
        </pc:picChg>
        <pc:picChg chg="add mod">
          <ac:chgData name="진헌 권" userId="dc9c80ddbc13a00a" providerId="LiveId" clId="{EF93C397-6479-49D9-A949-C9E4C49FFC40}" dt="2026-04-03T08:43:06.677" v="625"/>
          <ac:picMkLst>
            <pc:docMk/>
            <pc:sldMk cId="2509099935" sldId="264"/>
            <ac:picMk id="13" creationId="{FB574C83-52E9-846F-5115-4300AFECB78F}"/>
          </ac:picMkLst>
        </pc:picChg>
      </pc:sldChg>
      <pc:sldChg chg="addSp modSp new mod">
        <pc:chgData name="진헌 권" userId="dc9c80ddbc13a00a" providerId="LiveId" clId="{EF93C397-6479-49D9-A949-C9E4C49FFC40}" dt="2026-04-03T02:41:08.301" v="362" actId="1035"/>
        <pc:sldMkLst>
          <pc:docMk/>
          <pc:sldMk cId="1624432903" sldId="265"/>
        </pc:sldMkLst>
        <pc:picChg chg="add mod">
          <ac:chgData name="진헌 권" userId="dc9c80ddbc13a00a" providerId="LiveId" clId="{EF93C397-6479-49D9-A949-C9E4C49FFC40}" dt="2026-04-03T02:41:00.533" v="338" actId="1037"/>
          <ac:picMkLst>
            <pc:docMk/>
            <pc:sldMk cId="1624432903" sldId="265"/>
            <ac:picMk id="3" creationId="{CAEC619D-52D5-AF9E-5F37-CAFDC168BB59}"/>
          </ac:picMkLst>
        </pc:picChg>
        <pc:picChg chg="add mod">
          <ac:chgData name="진헌 권" userId="dc9c80ddbc13a00a" providerId="LiveId" clId="{EF93C397-6479-49D9-A949-C9E4C49FFC40}" dt="2026-04-03T02:41:08.301" v="362" actId="1035"/>
          <ac:picMkLst>
            <pc:docMk/>
            <pc:sldMk cId="1624432903" sldId="265"/>
            <ac:picMk id="5" creationId="{8CF034FB-F704-A534-4D3C-C2E1DBCAF2CD}"/>
          </ac:picMkLst>
        </pc:picChg>
        <pc:picChg chg="add mod">
          <ac:chgData name="진헌 권" userId="dc9c80ddbc13a00a" providerId="LiveId" clId="{EF93C397-6479-49D9-A949-C9E4C49FFC40}" dt="2026-04-03T02:41:04.156" v="347" actId="1036"/>
          <ac:picMkLst>
            <pc:docMk/>
            <pc:sldMk cId="1624432903" sldId="265"/>
            <ac:picMk id="7" creationId="{C1077765-97B0-473E-5A3D-D9EA62AD57D1}"/>
          </ac:picMkLst>
        </pc:picChg>
        <pc:picChg chg="add mod">
          <ac:chgData name="진헌 권" userId="dc9c80ddbc13a00a" providerId="LiveId" clId="{EF93C397-6479-49D9-A949-C9E4C49FFC40}" dt="2026-04-03T02:36:38.915" v="203" actId="962"/>
          <ac:picMkLst>
            <pc:docMk/>
            <pc:sldMk cId="1624432903" sldId="265"/>
            <ac:picMk id="9" creationId="{7EEE873D-DE7D-9170-A1BE-45BB1A1F33D3}"/>
          </ac:picMkLst>
        </pc:picChg>
      </pc:sldChg>
      <pc:sldChg chg="addSp delSp modSp new mod setBg">
        <pc:chgData name="진헌 권" userId="dc9c80ddbc13a00a" providerId="LiveId" clId="{EF93C397-6479-49D9-A949-C9E4C49FFC40}" dt="2026-04-03T02:46:18.580" v="489" actId="26606"/>
        <pc:sldMkLst>
          <pc:docMk/>
          <pc:sldMk cId="3310214728" sldId="266"/>
        </pc:sldMkLst>
        <pc:spChg chg="add">
          <ac:chgData name="진헌 권" userId="dc9c80ddbc13a00a" providerId="LiveId" clId="{EF93C397-6479-49D9-A949-C9E4C49FFC40}" dt="2026-04-03T02:46:18.580" v="489" actId="26606"/>
          <ac:spMkLst>
            <pc:docMk/>
            <pc:sldMk cId="3310214728" sldId="266"/>
            <ac:spMk id="20" creationId="{E8DC6FCD-811B-436E-9FEE-FC957486CD7E}"/>
          </ac:spMkLst>
        </pc:spChg>
        <pc:picChg chg="add mod ord">
          <ac:chgData name="진헌 권" userId="dc9c80ddbc13a00a" providerId="LiveId" clId="{EF93C397-6479-49D9-A949-C9E4C49FFC40}" dt="2026-04-03T02:46:18.580" v="489" actId="26606"/>
          <ac:picMkLst>
            <pc:docMk/>
            <pc:sldMk cId="3310214728" sldId="266"/>
            <ac:picMk id="3" creationId="{9D8190B1-F5D5-0A81-6625-6192A89D153A}"/>
          </ac:picMkLst>
        </pc:picChg>
        <pc:picChg chg="add mod ord">
          <ac:chgData name="진헌 권" userId="dc9c80ddbc13a00a" providerId="LiveId" clId="{EF93C397-6479-49D9-A949-C9E4C49FFC40}" dt="2026-04-03T02:46:18.580" v="489" actId="26606"/>
          <ac:picMkLst>
            <pc:docMk/>
            <pc:sldMk cId="3310214728" sldId="266"/>
            <ac:picMk id="5" creationId="{C362A1B7-85B0-6704-0CA6-6403AFCD268E}"/>
          </ac:picMkLst>
        </pc:picChg>
        <pc:picChg chg="add mod">
          <ac:chgData name="진헌 권" userId="dc9c80ddbc13a00a" providerId="LiveId" clId="{EF93C397-6479-49D9-A949-C9E4C49FFC40}" dt="2026-04-03T02:46:18.580" v="489" actId="26606"/>
          <ac:picMkLst>
            <pc:docMk/>
            <pc:sldMk cId="3310214728" sldId="266"/>
            <ac:picMk id="7" creationId="{59EFC0D7-4948-B32B-E161-EB39A7332704}"/>
          </ac:picMkLst>
        </pc:picChg>
        <pc:picChg chg="add mod">
          <ac:chgData name="진헌 권" userId="dc9c80ddbc13a00a" providerId="LiveId" clId="{EF93C397-6479-49D9-A949-C9E4C49FFC40}" dt="2026-04-03T02:46:18.580" v="489" actId="26606"/>
          <ac:picMkLst>
            <pc:docMk/>
            <pc:sldMk cId="3310214728" sldId="266"/>
            <ac:picMk id="9" creationId="{100C5755-18D6-5A5E-EF49-2DA8074C676C}"/>
          </ac:picMkLst>
        </pc:picChg>
        <pc:cxnChg chg="add del">
          <ac:chgData name="진헌 권" userId="dc9c80ddbc13a00a" providerId="LiveId" clId="{EF93C397-6479-49D9-A949-C9E4C49FFC40}" dt="2026-04-03T02:46:18.577" v="488" actId="26606"/>
          <ac:cxnSpMkLst>
            <pc:docMk/>
            <pc:sldMk cId="3310214728" sldId="266"/>
            <ac:cxnSpMk id="14" creationId="{91B6081D-D3E8-4209-B85B-EB1C655A6272}"/>
          </ac:cxnSpMkLst>
        </pc:cxnChg>
        <pc:cxnChg chg="add del">
          <ac:chgData name="진헌 권" userId="dc9c80ddbc13a00a" providerId="LiveId" clId="{EF93C397-6479-49D9-A949-C9E4C49FFC40}" dt="2026-04-03T02:46:18.577" v="488" actId="26606"/>
          <ac:cxnSpMkLst>
            <pc:docMk/>
            <pc:sldMk cId="3310214728" sldId="266"/>
            <ac:cxnSpMk id="16" creationId="{28CA55E4-1295-45C8-BA05-5A9E705B749A}"/>
          </ac:cxnSpMkLst>
        </pc:cxnChg>
        <pc:cxnChg chg="add del">
          <ac:chgData name="진헌 권" userId="dc9c80ddbc13a00a" providerId="LiveId" clId="{EF93C397-6479-49D9-A949-C9E4C49FFC40}" dt="2026-04-03T02:46:18.577" v="488" actId="26606"/>
          <ac:cxnSpMkLst>
            <pc:docMk/>
            <pc:sldMk cId="3310214728" sldId="266"/>
            <ac:cxnSpMk id="18" creationId="{08C5794E-A9A1-4A23-AF68-C79A7822334C}"/>
          </ac:cxnSpMkLst>
        </pc:cxnChg>
      </pc:sldChg>
      <pc:sldChg chg="addSp delSp modSp new mod setBg">
        <pc:chgData name="진헌 권" userId="dc9c80ddbc13a00a" providerId="LiveId" clId="{EF93C397-6479-49D9-A949-C9E4C49FFC40}" dt="2026-04-03T02:49:08.318" v="517" actId="26606"/>
        <pc:sldMkLst>
          <pc:docMk/>
          <pc:sldMk cId="625715639" sldId="267"/>
        </pc:sldMkLst>
        <pc:spChg chg="add del">
          <ac:chgData name="진헌 권" userId="dc9c80ddbc13a00a" providerId="LiveId" clId="{EF93C397-6479-49D9-A949-C9E4C49FFC40}" dt="2026-04-03T02:49:04.779" v="514" actId="26606"/>
          <ac:spMkLst>
            <pc:docMk/>
            <pc:sldMk cId="625715639" sldId="267"/>
            <ac:spMk id="11" creationId="{262ABC4B-37D8-4218-BDD8-6DF6A00C0C80}"/>
          </ac:spMkLst>
        </pc:spChg>
        <pc:spChg chg="add del">
          <ac:chgData name="진헌 권" userId="dc9c80ddbc13a00a" providerId="LiveId" clId="{EF93C397-6479-49D9-A949-C9E4C49FFC40}" dt="2026-04-03T02:49:08.313" v="516" actId="26606"/>
          <ac:spMkLst>
            <pc:docMk/>
            <pc:sldMk cId="625715639" sldId="267"/>
            <ac:spMk id="13" creationId="{1A9F23AD-7A55-49F3-A3EC-743F47F36B0E}"/>
          </ac:spMkLst>
        </pc:spChg>
        <pc:spChg chg="add del">
          <ac:chgData name="진헌 권" userId="dc9c80ddbc13a00a" providerId="LiveId" clId="{EF93C397-6479-49D9-A949-C9E4C49FFC40}" dt="2026-04-03T02:49:08.313" v="516" actId="26606"/>
          <ac:spMkLst>
            <pc:docMk/>
            <pc:sldMk cId="625715639" sldId="267"/>
            <ac:spMk id="14" creationId="{9527FCEA-6143-4C5E-8C45-8AC9237ADE89}"/>
          </ac:spMkLst>
        </pc:spChg>
        <pc:spChg chg="add del">
          <ac:chgData name="진헌 권" userId="dc9c80ddbc13a00a" providerId="LiveId" clId="{EF93C397-6479-49D9-A949-C9E4C49FFC40}" dt="2026-04-03T02:49:08.313" v="516" actId="26606"/>
          <ac:spMkLst>
            <pc:docMk/>
            <pc:sldMk cId="625715639" sldId="267"/>
            <ac:spMk id="15" creationId="{D7D9F91F-72C9-4DB9-ABD0-A8180D8262D5}"/>
          </ac:spMkLst>
        </pc:spChg>
        <pc:spChg chg="add del">
          <ac:chgData name="진헌 권" userId="dc9c80ddbc13a00a" providerId="LiveId" clId="{EF93C397-6479-49D9-A949-C9E4C49FFC40}" dt="2026-04-03T02:49:08.313" v="516" actId="26606"/>
          <ac:spMkLst>
            <pc:docMk/>
            <pc:sldMk cId="625715639" sldId="267"/>
            <ac:spMk id="17" creationId="{BE016956-CE9F-4946-8834-A8BC3529D0F6}"/>
          </ac:spMkLst>
        </pc:spChg>
        <pc:spChg chg="add">
          <ac:chgData name="진헌 권" userId="dc9c80ddbc13a00a" providerId="LiveId" clId="{EF93C397-6479-49D9-A949-C9E4C49FFC40}" dt="2026-04-03T02:49:08.318" v="517" actId="26606"/>
          <ac:spMkLst>
            <pc:docMk/>
            <pc:sldMk cId="625715639" sldId="267"/>
            <ac:spMk id="19" creationId="{806692FB-8FCB-4B46-A077-B6132E789B12}"/>
          </ac:spMkLst>
        </pc:spChg>
        <pc:spChg chg="add">
          <ac:chgData name="진헌 권" userId="dc9c80ddbc13a00a" providerId="LiveId" clId="{EF93C397-6479-49D9-A949-C9E4C49FFC40}" dt="2026-04-03T02:49:08.318" v="517" actId="26606"/>
          <ac:spMkLst>
            <pc:docMk/>
            <pc:sldMk cId="625715639" sldId="267"/>
            <ac:spMk id="20" creationId="{00FC960A-022A-4742-832C-FCE8ABEABA62}"/>
          </ac:spMkLst>
        </pc:spChg>
        <pc:picChg chg="add mod ord">
          <ac:chgData name="진헌 권" userId="dc9c80ddbc13a00a" providerId="LiveId" clId="{EF93C397-6479-49D9-A949-C9E4C49FFC40}" dt="2026-04-03T02:49:08.318" v="517" actId="26606"/>
          <ac:picMkLst>
            <pc:docMk/>
            <pc:sldMk cId="625715639" sldId="267"/>
            <ac:picMk id="2" creationId="{8EE8F328-BB2F-CB50-2D28-0022DAD2236F}"/>
          </ac:picMkLst>
        </pc:picChg>
        <pc:picChg chg="add mod ord">
          <ac:chgData name="진헌 권" userId="dc9c80ddbc13a00a" providerId="LiveId" clId="{EF93C397-6479-49D9-A949-C9E4C49FFC40}" dt="2026-04-03T02:49:08.318" v="517" actId="26606"/>
          <ac:picMkLst>
            <pc:docMk/>
            <pc:sldMk cId="625715639" sldId="267"/>
            <ac:picMk id="4" creationId="{42653953-4B9A-0B15-266D-19F0AD70DE65}"/>
          </ac:picMkLst>
        </pc:picChg>
        <pc:picChg chg="add mod ord">
          <ac:chgData name="진헌 권" userId="dc9c80ddbc13a00a" providerId="LiveId" clId="{EF93C397-6479-49D9-A949-C9E4C49FFC40}" dt="2026-04-03T02:49:08.318" v="517" actId="26606"/>
          <ac:picMkLst>
            <pc:docMk/>
            <pc:sldMk cId="625715639" sldId="267"/>
            <ac:picMk id="6" creationId="{F24982BE-B0BF-DEE9-21FB-324F43124A56}"/>
          </ac:picMkLst>
        </pc:picChg>
      </pc:sldChg>
      <pc:sldChg chg="addSp delSp modSp new mod setBg">
        <pc:chgData name="진헌 권" userId="dc9c80ddbc13a00a" providerId="LiveId" clId="{EF93C397-6479-49D9-A949-C9E4C49FFC40}" dt="2026-04-03T08:40:37.871" v="623" actId="1076"/>
        <pc:sldMkLst>
          <pc:docMk/>
          <pc:sldMk cId="4250480481" sldId="268"/>
        </pc:sldMkLst>
        <pc:spChg chg="add">
          <ac:chgData name="진헌 권" userId="dc9c80ddbc13a00a" providerId="LiveId" clId="{EF93C397-6479-49D9-A949-C9E4C49FFC40}" dt="2026-04-03T02:52:11.932" v="574" actId="26606"/>
          <ac:spMkLst>
            <pc:docMk/>
            <pc:sldMk cId="4250480481" sldId="268"/>
            <ac:spMk id="12" creationId="{799448F2-0E5B-42DA-B2D1-11A14E947BD4}"/>
          </ac:spMkLst>
        </pc:spChg>
        <pc:spChg chg="add">
          <ac:chgData name="진헌 권" userId="dc9c80ddbc13a00a" providerId="LiveId" clId="{EF93C397-6479-49D9-A949-C9E4C49FFC40}" dt="2026-04-03T02:52:11.932" v="574" actId="26606"/>
          <ac:spMkLst>
            <pc:docMk/>
            <pc:sldMk cId="4250480481" sldId="268"/>
            <ac:spMk id="14" creationId="{4E8A7552-20E1-4F34-ADAB-C1DB6634D47E}"/>
          </ac:spMkLst>
        </pc:spChg>
        <pc:picChg chg="add mod">
          <ac:chgData name="진헌 권" userId="dc9c80ddbc13a00a" providerId="LiveId" clId="{EF93C397-6479-49D9-A949-C9E4C49FFC40}" dt="2026-04-03T02:52:11.932" v="574" actId="26606"/>
          <ac:picMkLst>
            <pc:docMk/>
            <pc:sldMk cId="4250480481" sldId="268"/>
            <ac:picMk id="3" creationId="{54A4F2D3-F182-6E69-2699-1DB567A32D6B}"/>
          </ac:picMkLst>
        </pc:picChg>
        <pc:picChg chg="add mod">
          <ac:chgData name="진헌 권" userId="dc9c80ddbc13a00a" providerId="LiveId" clId="{EF93C397-6479-49D9-A949-C9E4C49FFC40}" dt="2026-04-03T08:40:37.871" v="623" actId="1076"/>
          <ac:picMkLst>
            <pc:docMk/>
            <pc:sldMk cId="4250480481" sldId="268"/>
            <ac:picMk id="4" creationId="{4F84D432-0664-0EE4-F241-675374EBE625}"/>
          </ac:picMkLst>
        </pc:picChg>
        <pc:picChg chg="add mod">
          <ac:chgData name="진헌 권" userId="dc9c80ddbc13a00a" providerId="LiveId" clId="{EF93C397-6479-49D9-A949-C9E4C49FFC40}" dt="2026-04-03T02:52:16.779" v="575" actId="1076"/>
          <ac:picMkLst>
            <pc:docMk/>
            <pc:sldMk cId="4250480481" sldId="268"/>
            <ac:picMk id="5" creationId="{F88A2D81-5FEC-38EA-F4A7-DDC823FB3DDD}"/>
          </ac:picMkLst>
        </pc:picChg>
        <pc:picChg chg="add del mod">
          <ac:chgData name="진헌 권" userId="dc9c80ddbc13a00a" providerId="LiveId" clId="{EF93C397-6479-49D9-A949-C9E4C49FFC40}" dt="2026-04-03T08:40:26.885" v="617" actId="478"/>
          <ac:picMkLst>
            <pc:docMk/>
            <pc:sldMk cId="4250480481" sldId="268"/>
            <ac:picMk id="7" creationId="{0143ADE9-E7E7-A13C-C97B-B8C48520406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134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4F3C">
              <a:alpha val="40000"/>
            </a:srgbClr>
          </a:solidFill>
          <a:ln w="12700">
            <a:solidFill>
              <a:srgbClr val="0B4F3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3131820"/>
          </a:xfrm>
          <a:prstGeom prst="rect">
            <a:avLst/>
          </a:prstGeom>
          <a:solidFill>
            <a:srgbClr val="1AA87A">
              <a:alpha val="28000"/>
            </a:srgbClr>
          </a:solidFill>
          <a:ln w="12700">
            <a:solidFill>
              <a:srgbClr val="1AA87A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9FFFE8">
              <a:alpha val="20000"/>
            </a:srgbClr>
          </a:solidFill>
          <a:ln w="12700">
            <a:solidFill>
              <a:srgbClr val="9FFFE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blurRad="203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A0C8CD">
              <a:alpha val="50000"/>
            </a:srgbClr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8229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73452" y="8229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101" y="8229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66311" y="8229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42335" y="8229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8229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45408" y="8229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55448"/>
            <a:ext cx="658368" cy="347472"/>
          </a:xfrm>
          <a:prstGeom prst="roundRect">
            <a:avLst>
              <a:gd name="adj" fmla="val 39474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15544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1051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55D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</a:t>
            </a:r>
            <a:r>
              <a:rPr lang="en-US" sz="14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</a:t>
            </a:r>
            <a:endParaRPr lang="en-US" sz="7000" dirty="0"/>
          </a:p>
        </p:txBody>
      </p:sp>
      <p:sp>
        <p:nvSpPr>
          <p:cNvPr id="18" name="Text 16"/>
          <p:cNvSpPr/>
          <p:nvPr/>
        </p:nvSpPr>
        <p:spPr>
          <a:xfrm>
            <a:off x="548640" y="24871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 Website</a:t>
            </a:r>
            <a:endParaRPr lang="en-US" sz="70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</a:t>
            </a:r>
            <a:r>
              <a:rPr lang="en-US" sz="1400" dirty="0" err="1">
                <a:solidFill>
                  <a:srgbClr val="9F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Assemssment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95020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3945309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Jinheon</a:t>
            </a:r>
            <a:r>
              <a:rPr lang="ko-KR" altLang="en-US" sz="1000" dirty="0">
                <a:solidFill>
                  <a:srgbClr val="FFFFFF"/>
                </a:solidFill>
              </a:rPr>
              <a:t> </a:t>
            </a:r>
            <a:r>
              <a:rPr lang="en-US" altLang="ko-KR" sz="1000" dirty="0">
                <a:solidFill>
                  <a:srgbClr val="FFFFFF"/>
                </a:solidFill>
              </a:rPr>
              <a:t>Kwon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03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A0C8CD">
              <a:alpha val="50000"/>
            </a:srgbClr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92608" y="1097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D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7373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2416" y="914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PATTERNS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46720" y="9144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56D"/>
                </a:solidFill>
              </a:rPr>
              <a:t>02 / 07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" y="100584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C93F"/>
                </a:solidFill>
              </a:rPr>
              <a:t>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00584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scan — they don't read every word.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" y="157276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C93F"/>
                </a:solidFill>
              </a:rPr>
              <a:t>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57276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F-shaped pattern: most attention at the top.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" y="213969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C93F"/>
                </a:solidFill>
              </a:rPr>
              <a:t>▸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13969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info placed at the top of each section.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270662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C93F"/>
                </a:solidFill>
              </a:rPr>
              <a:t>▸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270662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hidden inside — revealed on click.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472" y="327355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C93F"/>
                </a:solidFill>
              </a:rPr>
              <a:t>▸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3273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nav bar for instant section access.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7472" y="38404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C93F"/>
                </a:solidFill>
              </a:rPr>
              <a:t>▸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384048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CV downloadable from the slide.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914400"/>
            <a:ext cx="3840480" cy="4023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937760" y="914400"/>
            <a:ext cx="3840480" cy="29260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047488" y="99669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5248656" y="99669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449824" y="99669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5760720" y="950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F-Pattern Scan Simulator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065776" y="1353312"/>
            <a:ext cx="3584448" cy="274320"/>
          </a:xfrm>
          <a:prstGeom prst="rect">
            <a:avLst/>
          </a:prstGeom>
          <a:solidFill>
            <a:srgbClr val="1AA87A">
              <a:alpha val="75000"/>
            </a:srgbClr>
          </a:solidFill>
          <a:ln w="12700">
            <a:solidFill>
              <a:srgbClr val="1AA87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065776" y="1810512"/>
            <a:ext cx="2222358" cy="201168"/>
          </a:xfrm>
          <a:prstGeom prst="rect">
            <a:avLst/>
          </a:prstGeom>
          <a:solidFill>
            <a:srgbClr val="A6D4DC">
              <a:alpha val="85000"/>
            </a:srgbClr>
          </a:solidFill>
          <a:ln w="12700">
            <a:solidFill>
              <a:srgbClr val="A6D4D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5065776" y="1353312"/>
            <a:ext cx="182880" cy="3429000"/>
          </a:xfrm>
          <a:prstGeom prst="rect">
            <a:avLst/>
          </a:prstGeom>
          <a:solidFill>
            <a:srgbClr val="0B4F3C">
              <a:alpha val="65000"/>
            </a:srgbClr>
          </a:solidFill>
          <a:ln w="12700">
            <a:solidFill>
              <a:srgbClr val="0B4F3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5321808" y="2286000"/>
            <a:ext cx="3383280" cy="91440"/>
          </a:xfrm>
          <a:prstGeom prst="rect">
            <a:avLst/>
          </a:prstGeom>
          <a:solidFill>
            <a:srgbClr val="B4C8D0"/>
          </a:solidFill>
          <a:ln w="12700">
            <a:solidFill>
              <a:srgbClr val="B4C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5321808" y="2651760"/>
            <a:ext cx="1362090" cy="91440"/>
          </a:xfrm>
          <a:prstGeom prst="rect">
            <a:avLst/>
          </a:prstGeom>
          <a:solidFill>
            <a:srgbClr val="B4C8D0"/>
          </a:solidFill>
          <a:ln w="12700">
            <a:solidFill>
              <a:srgbClr val="B4C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5321808" y="3017520"/>
            <a:ext cx="1792224" cy="91440"/>
          </a:xfrm>
          <a:prstGeom prst="rect">
            <a:avLst/>
          </a:prstGeom>
          <a:solidFill>
            <a:srgbClr val="B4C8D0"/>
          </a:solidFill>
          <a:ln w="12700">
            <a:solidFill>
              <a:srgbClr val="B4C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5321808" y="3383280"/>
            <a:ext cx="3383280" cy="91440"/>
          </a:xfrm>
          <a:prstGeom prst="rect">
            <a:avLst/>
          </a:prstGeom>
          <a:solidFill>
            <a:srgbClr val="B4C8D0"/>
          </a:solidFill>
          <a:ln w="12700">
            <a:solidFill>
              <a:srgbClr val="B4C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5321808" y="3749040"/>
            <a:ext cx="1792224" cy="91440"/>
          </a:xfrm>
          <a:prstGeom prst="rect">
            <a:avLst/>
          </a:prstGeom>
          <a:solidFill>
            <a:srgbClr val="B4C8D0"/>
          </a:solidFill>
          <a:ln w="12700">
            <a:solidFill>
              <a:srgbClr val="B4C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5321808" y="4114800"/>
            <a:ext cx="1362090" cy="91440"/>
          </a:xfrm>
          <a:prstGeom prst="rect">
            <a:avLst/>
          </a:prstGeom>
          <a:solidFill>
            <a:srgbClr val="B4C8D0"/>
          </a:solidFill>
          <a:ln w="12700">
            <a:solidFill>
              <a:srgbClr val="B4C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5321808" y="4480560"/>
            <a:ext cx="3383280" cy="91440"/>
          </a:xfrm>
          <a:prstGeom prst="rect">
            <a:avLst/>
          </a:prstGeom>
          <a:solidFill>
            <a:srgbClr val="B4C8D0"/>
          </a:solidFill>
          <a:ln w="12700">
            <a:solidFill>
              <a:srgbClr val="B4C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937760" y="4992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656D"/>
                </a:solidFill>
              </a:rPr>
              <a:t>F-Shape Scan Pattern</a:t>
            </a:r>
            <a:endParaRPr lang="en-US" sz="900" dirty="0"/>
          </a:p>
        </p:txBody>
      </p:sp>
      <p:pic>
        <p:nvPicPr>
          <p:cNvPr id="40" name="Audio 39">
            <a:hlinkClick r:id="" action="ppaction://media"/>
            <a:extLst>
              <a:ext uri="{FF2B5EF4-FFF2-40B4-BE49-F238E27FC236}">
                <a16:creationId xmlns:a16="http://schemas.microsoft.com/office/drawing/2014/main" id="{2F13BD74-1F71-7DB1-038C-66C335DB27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02"/>
    </mc:Choice>
    <mc:Fallback>
      <p:transition spd="slow" advTm="42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585" x="5006975" y="127000"/>
          <p14:tracePt t="2592" x="4943475" y="203200"/>
          <p14:tracePt t="2598" x="4876800" y="274638"/>
          <p14:tracePt t="2608" x="4826000" y="338138"/>
          <p14:tracePt t="2612" x="4770438" y="401638"/>
          <p14:tracePt t="2620" x="4729163" y="452438"/>
          <p14:tracePt t="2628" x="4686300" y="495300"/>
          <p14:tracePt t="2638" x="4665663" y="523875"/>
          <p14:tracePt t="2640" x="4643438" y="546100"/>
          <p14:tracePt t="2647" x="4622800" y="561975"/>
          <p14:tracePt t="2655" x="4618038" y="574675"/>
          <p14:tracePt t="2662" x="4605338" y="584200"/>
          <p14:tracePt t="2670" x="4602163" y="592138"/>
          <p14:tracePt t="2679" x="4597400" y="596900"/>
          <p14:tracePt t="2689" x="4584700" y="609600"/>
          <p14:tracePt t="2696" x="4576763" y="617538"/>
          <p14:tracePt t="2704" x="4572000" y="622300"/>
          <p14:tracePt t="2712" x="4564063" y="638175"/>
          <p14:tracePt t="2720" x="4551363" y="660400"/>
          <p14:tracePt t="2728" x="4538663" y="685800"/>
          <p14:tracePt t="2737" x="4516438" y="714375"/>
          <p14:tracePt t="2745" x="4491038" y="765175"/>
          <p14:tracePt t="2746" x="4475163" y="803275"/>
          <p14:tracePt t="2753" x="4452938" y="833438"/>
          <p14:tracePt t="2767" x="4414838" y="901700"/>
          <p14:tracePt t="2772" x="4398963" y="922338"/>
          <p14:tracePt t="2780" x="4389438" y="930275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e realistic, demand the impossible,&#10;&#10;AI-generated content may be incorrect.">
            <a:extLst>
              <a:ext uri="{FF2B5EF4-FFF2-40B4-BE49-F238E27FC236}">
                <a16:creationId xmlns:a16="http://schemas.microsoft.com/office/drawing/2014/main" id="{3F4951EA-5AED-175F-5A17-5BC032FEB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80" y="234388"/>
            <a:ext cx="7543365" cy="4575148"/>
          </a:xfrm>
          <a:prstGeom prst="rect">
            <a:avLst/>
          </a:prstGeom>
        </p:spPr>
      </p:pic>
      <p:pic>
        <p:nvPicPr>
          <p:cNvPr id="6" name="Picture 5" descr="The image is a timeline showcasing various professional roles and accomplishments, including YouTube video production agency, deputy principal of a Korean school, author of an e-book on Google SEO, CEO of a food company, and positions in mechanical and computer graphic design.&#10;&#10;AI-generated content may be incorrect.">
            <a:extLst>
              <a:ext uri="{FF2B5EF4-FFF2-40B4-BE49-F238E27FC236}">
                <a16:creationId xmlns:a16="http://schemas.microsoft.com/office/drawing/2014/main" id="{9A1A47FE-BC0C-6D14-D3F6-686819D28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710" y="2972441"/>
            <a:ext cx="4571999" cy="1936671"/>
          </a:xfrm>
          <a:prstGeom prst="rect">
            <a:avLst/>
          </a:prstGeom>
        </p:spPr>
      </p:pic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FB574C83-52E9-846F-5115-4300AFECB7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09099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40"/>
    </mc:Choice>
    <mc:Fallback>
      <p:transition spd="slow" advTm="57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749" x="4175125" y="1090613"/>
          <p14:tracePt t="1756" x="3848100" y="1336675"/>
          <p14:tracePt t="1765" x="3544888" y="1595438"/>
          <p14:tracePt t="1771" x="3214688" y="1873250"/>
          <p14:tracePt t="1777" x="2884488" y="2152650"/>
          <p14:tracePt t="1783" x="2528888" y="2474913"/>
          <p14:tracePt t="1790" x="2216150" y="2787650"/>
          <p14:tracePt t="1798" x="1903413" y="3100388"/>
          <p14:tracePt t="1805" x="1628775" y="3409950"/>
          <p14:tracePt t="1813" x="1374775" y="3692525"/>
          <p14:tracePt t="1821" x="1146175" y="3933825"/>
          <p14:tracePt t="1833" x="862013" y="4310063"/>
          <p14:tracePt t="1840" x="777875" y="4429125"/>
          <p14:tracePt t="1846" x="731838" y="4505325"/>
          <p14:tracePt t="1855" x="706438" y="4551363"/>
          <p14:tracePt t="1863" x="701675" y="4581525"/>
          <p14:tracePt t="1871" x="701675" y="4589463"/>
          <p14:tracePt t="1881" x="701675" y="4602163"/>
          <p14:tracePt t="1889" x="701675" y="4606925"/>
          <p14:tracePt t="1902" x="711200" y="4610100"/>
          <p14:tracePt t="1909" x="719138" y="4610100"/>
          <p14:tracePt t="1916" x="727075" y="4610100"/>
          <p14:tracePt t="1923" x="744538" y="4610100"/>
          <p14:tracePt t="1930" x="765175" y="4610100"/>
          <p14:tracePt t="1940" x="782638" y="4602163"/>
          <p14:tracePt t="1946" x="803275" y="4589463"/>
          <p14:tracePt t="1956" x="820738" y="4589463"/>
          <p14:tracePt t="1963" x="838200" y="4576763"/>
          <p14:tracePt t="1972" x="884238" y="4572000"/>
          <p14:tracePt t="1980" x="900113" y="4564063"/>
          <p14:tracePt t="1988" x="917575" y="4564063"/>
          <p14:tracePt t="1996" x="938213" y="4564063"/>
          <p14:tracePt t="2007" x="973138" y="4568825"/>
          <p14:tracePt t="2014" x="993775" y="4572000"/>
          <p14:tracePt t="2022" x="1001713" y="4581525"/>
          <p14:tracePt t="2030" x="1014413" y="4584700"/>
          <p14:tracePt t="2039" x="1027113" y="4584700"/>
          <p14:tracePt t="2048" x="1036638" y="4589463"/>
          <p14:tracePt t="2049" x="1049338" y="4602163"/>
          <p14:tracePt t="2055" x="1057275" y="4622800"/>
          <p14:tracePt t="2063" x="1069975" y="4640263"/>
          <p14:tracePt t="2071" x="1069975" y="4665663"/>
          <p14:tracePt t="2080" x="1069975" y="4716463"/>
          <p14:tracePt t="2089" x="1052513" y="4797425"/>
          <p14:tracePt t="2097" x="989013" y="4973638"/>
          <p14:tracePt t="2105" x="963613" y="5054600"/>
          <p14:tracePt t="2115" x="917575" y="5126038"/>
          <p14:tracePt t="4663" x="1044575" y="4660900"/>
          <p14:tracePt t="4674" x="1319213" y="4373563"/>
          <p14:tracePt t="4676" x="1603375" y="4022725"/>
          <p14:tracePt t="4683" x="1924050" y="3667125"/>
          <p14:tracePt t="4691" x="2249488" y="3270250"/>
          <p14:tracePt t="4698" x="2613025" y="2871788"/>
          <p14:tracePt t="4705" x="2978150" y="2490788"/>
          <p14:tracePt t="4713" x="3319463" y="2114550"/>
          <p14:tracePt t="4722" x="3654425" y="1781175"/>
          <p14:tracePt t="4730" x="3967163" y="1468438"/>
          <p14:tracePt t="4739" x="4233863" y="1217613"/>
          <p14:tracePt t="4741" x="4470400" y="1006475"/>
          <p14:tracePt t="4746" x="4640263" y="879475"/>
          <p14:tracePt t="4755" x="4775200" y="800100"/>
          <p14:tracePt t="4763" x="4856163" y="757238"/>
          <p14:tracePt t="4772" x="4905375" y="731838"/>
          <p14:tracePt t="4775" x="4930775" y="723900"/>
          <p14:tracePt t="4780" x="4956175" y="723900"/>
          <p14:tracePt t="4788" x="4968875" y="723900"/>
          <p14:tracePt t="4797" x="4973638" y="723900"/>
          <p14:tracePt t="4805" x="4978400" y="727075"/>
          <p14:tracePt t="4814" x="4978400" y="736600"/>
          <p14:tracePt t="5031" x="5054600" y="574675"/>
          <p14:tracePt t="5038" x="5202238" y="330200"/>
          <p14:tracePt t="5045" x="5349875" y="58738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03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A0C8CD">
              <a:alpha val="50000"/>
            </a:srgbClr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92608" y="1097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D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2416" y="914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&amp; IMPORTANCE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46720" y="9144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56D"/>
                </a:solidFill>
              </a:rPr>
              <a:t>03 / 07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960120"/>
            <a:ext cx="45720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92608" y="1097280"/>
            <a:ext cx="54864" cy="950976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Signals Priority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399032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titles and headings are much larger than body text — users see what matters first.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276856"/>
            <a:ext cx="45720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92608" y="2414016"/>
            <a:ext cx="54864" cy="950976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02920" y="23682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 Variation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271576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Display + DM Sans. Two typefaces create contrast and keep readers engaged.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593592"/>
            <a:ext cx="45720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292608" y="3730752"/>
            <a:ext cx="54864" cy="950976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02920" y="36850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Progressive Disclosure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4032504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short bio, and key info shown first. Details tucked behind accordion panels.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120640" y="91440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120640" y="914400"/>
            <a:ext cx="3749040" cy="29260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230368" y="99669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5431536" y="99669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632704" y="99669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5943600" y="9509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Scale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285232" y="1353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85232" y="1609344"/>
            <a:ext cx="3419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#ABOUT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5285232" y="2084832"/>
            <a:ext cx="3419856" cy="0"/>
          </a:xfrm>
          <a:prstGeom prst="line">
            <a:avLst/>
          </a:prstGeom>
          <a:noFill/>
          <a:ln w="12700">
            <a:solidFill>
              <a:srgbClr val="78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285232" y="21579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Sub-heading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285232" y="2414016"/>
            <a:ext cx="3419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Name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285232" y="2889504"/>
            <a:ext cx="3419856" cy="0"/>
          </a:xfrm>
          <a:prstGeom prst="line">
            <a:avLst/>
          </a:prstGeom>
          <a:noFill/>
          <a:ln w="12700">
            <a:solidFill>
              <a:srgbClr val="78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285232" y="2962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85232" y="3218688"/>
            <a:ext cx="3419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paragraph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285232" y="3694176"/>
            <a:ext cx="3419856" cy="0"/>
          </a:xfrm>
          <a:prstGeom prst="line">
            <a:avLst/>
          </a:prstGeom>
          <a:noFill/>
          <a:ln w="12700">
            <a:solidFill>
              <a:srgbClr val="78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285232" y="3767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· tag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285232" y="4023360"/>
            <a:ext cx="3419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label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285232" y="1609344"/>
            <a:ext cx="201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D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text overlay on a light blue background, promoting continuous skill enhancement through practical projects and structured learning.&#10;&#10;AI-generated content may be incorrect.">
            <a:extLst>
              <a:ext uri="{FF2B5EF4-FFF2-40B4-BE49-F238E27FC236}">
                <a16:creationId xmlns:a16="http://schemas.microsoft.com/office/drawing/2014/main" id="{CAEC619D-52D5-AF9E-5F37-CAFDC168B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54" y="210601"/>
            <a:ext cx="6647380" cy="1712822"/>
          </a:xfrm>
          <a:prstGeom prst="rect">
            <a:avLst/>
          </a:prstGeom>
        </p:spPr>
      </p:pic>
      <p:pic>
        <p:nvPicPr>
          <p:cNvPr id="5" name="Picture 4" descr="The image depicts a score sheet evaluating communication and teamwork skills, highlighting the individual's proficiency in engaging others and fostering a collaborative team environment.&#10;&#10;AI-generated content may be incorrect.">
            <a:extLst>
              <a:ext uri="{FF2B5EF4-FFF2-40B4-BE49-F238E27FC236}">
                <a16:creationId xmlns:a16="http://schemas.microsoft.com/office/drawing/2014/main" id="{8CF034FB-F704-A534-4D3C-C2E1DBCAF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6" y="1748963"/>
            <a:ext cx="4571998" cy="1487540"/>
          </a:xfrm>
          <a:prstGeom prst="rect">
            <a:avLst/>
          </a:prstGeom>
        </p:spPr>
      </p:pic>
      <p:pic>
        <p:nvPicPr>
          <p:cNvPr id="7" name="Picture 6" descr="The image illustrates a comprehensive Bachelor of Applied Science program, comprising COMP 501, COMP 502, and IT Operations, focusing on fundamental programming, networking, and problem-solving skills.&#10;&#10;AI-generated content may be incorrect.">
            <a:extLst>
              <a:ext uri="{FF2B5EF4-FFF2-40B4-BE49-F238E27FC236}">
                <a16:creationId xmlns:a16="http://schemas.microsoft.com/office/drawing/2014/main" id="{C1077765-97B0-473E-5A3D-D9EA62AD5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21" y="3107313"/>
            <a:ext cx="6739847" cy="1691368"/>
          </a:xfrm>
          <a:prstGeom prst="rect">
            <a:avLst/>
          </a:prstGeom>
        </p:spPr>
      </p:pic>
      <p:pic>
        <p:nvPicPr>
          <p:cNvPr id="9" name="Picture 8" descr="The image depicts a web interface featuring a project management or personal portfolio page with elements such as a project list, personal CV, and various educational and professional highlights.&#10;&#10;AI-generated content may be incorrect.">
            <a:extLst>
              <a:ext uri="{FF2B5EF4-FFF2-40B4-BE49-F238E27FC236}">
                <a16:creationId xmlns:a16="http://schemas.microsoft.com/office/drawing/2014/main" id="{7EEE873D-DE7D-9170-A1BE-45BB1A1F3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123" y="983055"/>
            <a:ext cx="4186401" cy="174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32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03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A0C8CD">
              <a:alpha val="50000"/>
            </a:srgbClr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92608" y="1097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D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2416" y="914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SPACE, TEXTURE &amp; PROXIMITY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46720" y="9144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56D"/>
                </a:solidFill>
              </a:rPr>
              <a:t>04 / 07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914400"/>
            <a:ext cx="2816352" cy="3986784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28600" y="914400"/>
            <a:ext cx="2816352" cy="530352"/>
          </a:xfrm>
          <a:prstGeom prst="rect">
            <a:avLst/>
          </a:prstGeom>
          <a:solidFill>
            <a:srgbClr val="1AA87A"/>
          </a:solidFill>
          <a:ln w="12700">
            <a:solidFill>
              <a:srgbClr val="1AA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56616" y="9784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56616" y="15544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added enough space between sections to keep the layout clean and easy to read.</a:t>
            </a:r>
          </a:p>
          <a:p>
            <a:r>
              <a:rPr lang="en-US" sz="11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calm and </a:t>
            </a:r>
            <a:r>
              <a:rPr lang="en-US" sz="1100" dirty="0" err="1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</a:t>
            </a:r>
            <a:r>
              <a:rPr lang="en-US" sz="11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feeling.</a:t>
            </a: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" y="4398264"/>
            <a:ext cx="2596896" cy="274320"/>
          </a:xfrm>
          <a:prstGeom prst="roundRect">
            <a:avLst>
              <a:gd name="adj" fmla="val 20000"/>
            </a:avLst>
          </a:prstGeom>
          <a:solidFill>
            <a:srgbClr val="000000">
              <a:alpha val="3000"/>
            </a:srgbClr>
          </a:solidFill>
          <a:ln w="12700">
            <a:solidFill>
              <a:srgbClr val="26262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38328" y="439826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8328" y="4050792"/>
            <a:ext cx="2596896" cy="274320"/>
          </a:xfrm>
          <a:prstGeom prst="roundRect">
            <a:avLst>
              <a:gd name="adj" fmla="val 20000"/>
            </a:avLst>
          </a:prstGeom>
          <a:solidFill>
            <a:srgbClr val="000000">
              <a:alpha val="3000"/>
            </a:srgbClr>
          </a:solidFill>
          <a:ln w="12700">
            <a:solidFill>
              <a:srgbClr val="26262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38328" y="405079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8328" y="3703320"/>
            <a:ext cx="2596896" cy="274320"/>
          </a:xfrm>
          <a:prstGeom prst="roundRect">
            <a:avLst>
              <a:gd name="adj" fmla="val 20000"/>
            </a:avLst>
          </a:prstGeom>
          <a:solidFill>
            <a:srgbClr val="000000">
              <a:alpha val="3000"/>
            </a:srgbClr>
          </a:solidFill>
          <a:ln w="12700">
            <a:solidFill>
              <a:srgbClr val="26262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38328" y="37033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scroll-margin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72968" y="914400"/>
            <a:ext cx="2816352" cy="3986784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3172968" y="914400"/>
            <a:ext cx="2816352" cy="530352"/>
          </a:xfrm>
          <a:prstGeom prst="rect">
            <a:avLst/>
          </a:prstGeom>
          <a:solidFill>
            <a:srgbClr val="A6D4DC"/>
          </a:solidFill>
          <a:ln w="12700">
            <a:solidFill>
              <a:srgbClr val="A6D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3300984" y="9784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Texture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300984" y="15544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textures such as soft backgrounds, cards, borders, shadows, and overlay effects.</a:t>
            </a:r>
          </a:p>
          <a:p>
            <a:r>
              <a:rPr lang="en-US" sz="11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make the design more interesting without being too heavy.</a:t>
            </a: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82696" y="4398264"/>
            <a:ext cx="2596896" cy="274320"/>
          </a:xfrm>
          <a:prstGeom prst="roundRect">
            <a:avLst>
              <a:gd name="adj" fmla="val 20000"/>
            </a:avLst>
          </a:prstGeom>
          <a:solidFill>
            <a:srgbClr val="000000">
              <a:alpha val="3000"/>
            </a:srgbClr>
          </a:solidFill>
          <a:ln w="12700">
            <a:solidFill>
              <a:srgbClr val="26262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3282696" y="439826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82696" y="4050792"/>
            <a:ext cx="2596896" cy="274320"/>
          </a:xfrm>
          <a:prstGeom prst="roundRect">
            <a:avLst>
              <a:gd name="adj" fmla="val 20000"/>
            </a:avLst>
          </a:prstGeom>
          <a:solidFill>
            <a:srgbClr val="000000">
              <a:alpha val="3000"/>
            </a:srgbClr>
          </a:solidFill>
          <a:ln w="12700">
            <a:solidFill>
              <a:srgbClr val="26262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3282696" y="405079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82696" y="3703320"/>
            <a:ext cx="2596896" cy="274320"/>
          </a:xfrm>
          <a:prstGeom prst="roundRect">
            <a:avLst>
              <a:gd name="adj" fmla="val 20000"/>
            </a:avLst>
          </a:prstGeom>
          <a:solidFill>
            <a:srgbClr val="000000">
              <a:alpha val="3000"/>
            </a:srgbClr>
          </a:solidFill>
          <a:ln w="12700">
            <a:solidFill>
              <a:srgbClr val="26262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3282696" y="37033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border-radius:12px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17336" y="914400"/>
            <a:ext cx="2816352" cy="3986784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6117336" y="914400"/>
            <a:ext cx="2816352" cy="530352"/>
          </a:xfrm>
          <a:prstGeom prst="rect">
            <a:avLst/>
          </a:prstGeom>
          <a:solidFill>
            <a:srgbClr val="BCE0E6"/>
          </a:solidFill>
          <a:ln w="12700">
            <a:solidFill>
              <a:srgbClr val="BCE0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245352" y="9784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Proximity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245352" y="15544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proximity, I grouped related information together.</a:t>
            </a:r>
          </a:p>
          <a:p>
            <a:r>
              <a:rPr lang="en-US" sz="11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example, skills are placed in one section, and similar categories use similar </a:t>
            </a:r>
            <a:r>
              <a:rPr lang="en-US" sz="1100" dirty="0" err="1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</a:t>
            </a:r>
            <a:r>
              <a:rPr lang="en-US" sz="11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53656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27064" y="4398264"/>
            <a:ext cx="2596896" cy="274320"/>
          </a:xfrm>
          <a:prstGeom prst="roundRect">
            <a:avLst>
              <a:gd name="adj" fmla="val 20000"/>
            </a:avLst>
          </a:prstGeom>
          <a:solidFill>
            <a:srgbClr val="000000">
              <a:alpha val="3000"/>
            </a:srgbClr>
          </a:solidFill>
          <a:ln w="12700">
            <a:solidFill>
              <a:srgbClr val="26262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227064" y="439826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227064" y="405079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39" name="Picture 38" descr="The image depicts a table or infographic that ranks various communication skills, teamwork abilities, and web development competencies on a scale from 1 to 10.&#10;&#10;AI-generated content may be incorrect.">
            <a:extLst>
              <a:ext uri="{FF2B5EF4-FFF2-40B4-BE49-F238E27FC236}">
                <a16:creationId xmlns:a16="http://schemas.microsoft.com/office/drawing/2014/main" id="{0BD82E77-94D2-B949-FB9E-CFD3CF68A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403" y="2505456"/>
            <a:ext cx="2330702" cy="1440180"/>
          </a:xfrm>
          <a:prstGeom prst="rect">
            <a:avLst/>
          </a:prstGeom>
        </p:spPr>
      </p:pic>
      <p:pic>
        <p:nvPicPr>
          <p:cNvPr id="41" name="Picture 40" descr="The image displays a comparison of skills and qualifications, showcasing proficiency in Excel, PowerPoint, and education in various IT subjects, including programming and networking.&#10;&#10;AI-generated content may be incorrect.">
            <a:extLst>
              <a:ext uri="{FF2B5EF4-FFF2-40B4-BE49-F238E27FC236}">
                <a16:creationId xmlns:a16="http://schemas.microsoft.com/office/drawing/2014/main" id="{6BCCF9F6-6FE5-298F-A3C4-453847993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78" y="2113407"/>
            <a:ext cx="2612995" cy="1481137"/>
          </a:xfrm>
          <a:prstGeom prst="rect">
            <a:avLst/>
          </a:prstGeom>
        </p:spPr>
      </p:pic>
      <p:pic>
        <p:nvPicPr>
          <p:cNvPr id="43" name="Picture 42" descr="The image is a textual representation of a syllabus or course outline for COMP 501 IT Operations, detailing topics on computer system fundamentals, hardware, operating systems, and networking setup.&#10;&#10;AI-generated content may be incorrect.">
            <a:extLst>
              <a:ext uri="{FF2B5EF4-FFF2-40B4-BE49-F238E27FC236}">
                <a16:creationId xmlns:a16="http://schemas.microsoft.com/office/drawing/2014/main" id="{2D16D18D-460D-F4A0-D3FD-E0091030F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9106" y="2339412"/>
            <a:ext cx="1020787" cy="1226748"/>
          </a:xfrm>
          <a:prstGeom prst="rect">
            <a:avLst/>
          </a:prstGeom>
        </p:spPr>
      </p:pic>
      <p:pic>
        <p:nvPicPr>
          <p:cNvPr id="45" name="Picture 44" descr="COMP503/2602 Introduction to Networks&#10;&#10;AI-generated content may be incorrect.">
            <a:extLst>
              <a:ext uri="{FF2B5EF4-FFF2-40B4-BE49-F238E27FC236}">
                <a16:creationId xmlns:a16="http://schemas.microsoft.com/office/drawing/2014/main" id="{81388A2E-2FEA-2783-5D0E-290766779E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5993" y="2312742"/>
            <a:ext cx="1073514" cy="1286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03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A0C8CD">
              <a:alpha val="50000"/>
            </a:srgbClr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92608" y="1097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D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2416" y="914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COLOUR THEME &amp; ACCESSIBILITY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46720" y="9144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56D"/>
                </a:solidFill>
              </a:rPr>
              <a:t>05 / 07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987552"/>
            <a:ext cx="1572768" cy="1097280"/>
          </a:xfrm>
          <a:prstGeom prst="roundRect">
            <a:avLst>
              <a:gd name="adj" fmla="val 6667"/>
            </a:avLst>
          </a:prstGeom>
          <a:solidFill>
            <a:srgbClr val="0A2A43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228600" y="2139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Deep Navy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8600" y="23774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#0a2a43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25603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Gradient Start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965960" y="987552"/>
            <a:ext cx="1572768" cy="1097280"/>
          </a:xfrm>
          <a:prstGeom prst="roundRect">
            <a:avLst>
              <a:gd name="adj" fmla="val 6667"/>
            </a:avLst>
          </a:prstGeom>
          <a:solidFill>
            <a:srgbClr val="0B4F3C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1965960" y="2139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Dark Green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965960" y="23774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#0b4f3c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965960" y="25603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Gradient Mid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703320" y="987552"/>
            <a:ext cx="1572768" cy="1097280"/>
          </a:xfrm>
          <a:prstGeom prst="roundRect">
            <a:avLst>
              <a:gd name="adj" fmla="val 6667"/>
            </a:avLst>
          </a:prstGeom>
          <a:solidFill>
            <a:srgbClr val="1AA87A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703320" y="2139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Teal Green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03320" y="23774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#1aa87a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703320" y="25603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Gradient End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440680" y="987552"/>
            <a:ext cx="1572768" cy="1097280"/>
          </a:xfrm>
          <a:prstGeom prst="roundRect">
            <a:avLst>
              <a:gd name="adj" fmla="val 6667"/>
            </a:avLst>
          </a:prstGeom>
          <a:solidFill>
            <a:srgbClr val="9FFFE8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440680" y="2139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Mint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40680" y="23774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#9fffe8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40680" y="25603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/ Highlight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178040" y="987552"/>
            <a:ext cx="1572768" cy="1097280"/>
          </a:xfrm>
          <a:prstGeom prst="roundRect">
            <a:avLst>
              <a:gd name="adj" fmla="val 6667"/>
            </a:avLst>
          </a:prstGeom>
          <a:solidFill>
            <a:srgbClr val="F6FBFC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178040" y="2139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</a:rPr>
              <a:t>Section BG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78040" y="23774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#f6fbfc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178040" y="25603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Sections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74320" y="2834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by: Aston Martin · Rolex — elegance, sophistication, premium feel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28600" y="3200400"/>
            <a:ext cx="2816352" cy="1719072"/>
          </a:xfrm>
          <a:prstGeom prst="roundRect">
            <a:avLst>
              <a:gd name="adj" fmla="val 5319"/>
            </a:avLst>
          </a:prstGeom>
          <a:solidFill>
            <a:srgbClr val="1A2A31"/>
          </a:solidFill>
          <a:ln w="12700">
            <a:solidFill>
              <a:srgbClr val="243942"/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246888" y="3328416"/>
            <a:ext cx="54864" cy="1463040"/>
          </a:xfrm>
          <a:prstGeom prst="rect">
            <a:avLst/>
          </a:prstGeom>
          <a:solidFill>
            <a:srgbClr val="1AA87A"/>
          </a:solidFill>
          <a:ln w="12700">
            <a:solidFill>
              <a:srgbClr val="1AA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411480" y="332841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F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</a:t>
            </a:r>
            <a:r>
              <a:rPr lang="en-US" sz="1300" b="1" dirty="0" err="1">
                <a:solidFill>
                  <a:srgbClr val="9FF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colour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11480" y="3694176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green </a:t>
            </a:r>
            <a:r>
              <a:rPr lang="en-US" sz="1000" dirty="0" err="1">
                <a:solidFill>
                  <a:srgbClr val="B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r>
              <a:rPr lang="en-US" sz="1000" dirty="0">
                <a:solidFill>
                  <a:srgbClr val="B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inspired by luxury brands such as Aston Martin and Rolex, which represent elegance and sophistication.</a:t>
            </a:r>
          </a:p>
        </p:txBody>
      </p:sp>
      <p:sp>
        <p:nvSpPr>
          <p:cNvPr id="33" name="Shape 30"/>
          <p:cNvSpPr/>
          <p:nvPr/>
        </p:nvSpPr>
        <p:spPr>
          <a:xfrm>
            <a:off x="3172968" y="3200400"/>
            <a:ext cx="2816352" cy="1719072"/>
          </a:xfrm>
          <a:prstGeom prst="roundRect">
            <a:avLst>
              <a:gd name="adj" fmla="val 5319"/>
            </a:avLst>
          </a:prstGeom>
          <a:solidFill>
            <a:srgbClr val="1A2A31"/>
          </a:solidFill>
          <a:ln w="12700">
            <a:solidFill>
              <a:srgbClr val="243942"/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3191256" y="3328416"/>
            <a:ext cx="54864" cy="1463040"/>
          </a:xfrm>
          <a:prstGeom prst="rect">
            <a:avLst/>
          </a:prstGeom>
          <a:solidFill>
            <a:srgbClr val="1AA87A"/>
          </a:solidFill>
          <a:ln w="12700">
            <a:solidFill>
              <a:srgbClr val="1AA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3355848" y="332841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F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355848" y="3694176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used dark text on a light background.</a:t>
            </a:r>
          </a:p>
          <a:p>
            <a:r>
              <a:rPr lang="en-US" sz="1000" dirty="0">
                <a:solidFill>
                  <a:srgbClr val="B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also added a dark mode, which helps reduce eye strain at night.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117336" y="3200400"/>
            <a:ext cx="2816352" cy="1719072"/>
          </a:xfrm>
          <a:prstGeom prst="roundRect">
            <a:avLst>
              <a:gd name="adj" fmla="val 5319"/>
            </a:avLst>
          </a:prstGeom>
          <a:solidFill>
            <a:srgbClr val="1A2A31"/>
          </a:solidFill>
          <a:ln w="12700">
            <a:solidFill>
              <a:srgbClr val="243942"/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6135624" y="3328416"/>
            <a:ext cx="54864" cy="1463040"/>
          </a:xfrm>
          <a:prstGeom prst="rect">
            <a:avLst/>
          </a:prstGeom>
          <a:solidFill>
            <a:srgbClr val="1AA87A"/>
          </a:solidFill>
          <a:ln w="12700">
            <a:solidFill>
              <a:srgbClr val="1AA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6300216" y="332841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F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Buttons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300216" y="3694176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buttons, readable headings, and simple text styles improve usability.</a:t>
            </a:r>
          </a:p>
        </p:txBody>
      </p:sp>
      <p:pic>
        <p:nvPicPr>
          <p:cNvPr id="42" name="Picture 41" descr="Be r&#10;&#10;AI-generated content may be incorrect.">
            <a:extLst>
              <a:ext uri="{FF2B5EF4-FFF2-40B4-BE49-F238E27FC236}">
                <a16:creationId xmlns:a16="http://schemas.microsoft.com/office/drawing/2014/main" id="{F0D4C034-77CB-4D56-3C8E-B633BFAB7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87" y="1102041"/>
            <a:ext cx="1297305" cy="895005"/>
          </a:xfrm>
          <a:prstGeom prst="rect">
            <a:avLst/>
          </a:prstGeom>
        </p:spPr>
      </p:pic>
      <p:pic>
        <p:nvPicPr>
          <p:cNvPr id="44" name="Picture 43" descr="The image is a simple representation of a white and green color split down the middle.&#10;&#10;AI-generated content may be incorrect.">
            <a:extLst>
              <a:ext uri="{FF2B5EF4-FFF2-40B4-BE49-F238E27FC236}">
                <a16:creationId xmlns:a16="http://schemas.microsoft.com/office/drawing/2014/main" id="{7AEB9916-4A6D-164F-4608-1C970D9A10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429" y="1043788"/>
            <a:ext cx="1343025" cy="999460"/>
          </a:xfrm>
          <a:prstGeom prst="rect">
            <a:avLst/>
          </a:prstGeom>
        </p:spPr>
      </p:pic>
      <p:pic>
        <p:nvPicPr>
          <p:cNvPr id="46" name="Picture 45" descr="The image is a simple, solid, gradient background transitioning from a lighter to a darker shade of green.&#10;&#10;AI-generated content may be incorrect.">
            <a:extLst>
              <a:ext uri="{FF2B5EF4-FFF2-40B4-BE49-F238E27FC236}">
                <a16:creationId xmlns:a16="http://schemas.microsoft.com/office/drawing/2014/main" id="{B4206E28-9E3C-E5DF-2B6A-490D059AA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736" y="1042416"/>
            <a:ext cx="1432006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The image displays a professional's CV or personal website, featuring sections such as 'About,' 'Skills,' 'Education,' and 'Experience,' along with a selection of personal interests and achievements.&#10;&#10;AI-generated content may be incorrect.">
            <a:extLst>
              <a:ext uri="{FF2B5EF4-FFF2-40B4-BE49-F238E27FC236}">
                <a16:creationId xmlns:a16="http://schemas.microsoft.com/office/drawing/2014/main" id="{C362A1B7-85B0-6704-0CA6-6403AFCD26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59" r="3" b="14154"/>
          <a:stretch>
            <a:fillRect/>
          </a:stretch>
        </p:blipFill>
        <p:spPr>
          <a:xfrm>
            <a:off x="149054" y="128787"/>
            <a:ext cx="4353079" cy="2375570"/>
          </a:xfrm>
          <a:prstGeom prst="rect">
            <a:avLst/>
          </a:prstGeom>
        </p:spPr>
      </p:pic>
      <p:pic>
        <p:nvPicPr>
          <p:cNvPr id="7" name="Picture 6" descr="The image depicts a webpage or document featuring the history and services of Waikato Korean School, highlighting its long-standing presence in Hamilton, New Zealand, its diverse student body, and the role of its Deputy Principal.&#10;&#10;AI-generated content may be incorrect.">
            <a:extLst>
              <a:ext uri="{FF2B5EF4-FFF2-40B4-BE49-F238E27FC236}">
                <a16:creationId xmlns:a16="http://schemas.microsoft.com/office/drawing/2014/main" id="{59EFC0D7-4948-B32B-E161-EB39A73327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05" b="7244"/>
          <a:stretch>
            <a:fillRect/>
          </a:stretch>
        </p:blipFill>
        <p:spPr>
          <a:xfrm>
            <a:off x="4646529" y="128787"/>
            <a:ext cx="4348413" cy="2375570"/>
          </a:xfrm>
          <a:prstGeom prst="rect">
            <a:avLst/>
          </a:prstGeom>
        </p:spPr>
      </p:pic>
      <p:pic>
        <p:nvPicPr>
          <p:cNvPr id="9" name="Picture 8" descr="The image depicts a contact form with fields for discussion of new projects, creative ideas, and team collaboration, emphasizing the importance of open communication and positive relationships.&#10;&#10;AI-generated content may be incorrect.">
            <a:extLst>
              <a:ext uri="{FF2B5EF4-FFF2-40B4-BE49-F238E27FC236}">
                <a16:creationId xmlns:a16="http://schemas.microsoft.com/office/drawing/2014/main" id="{100C5755-18D6-5A5E-EF49-2DA8074C67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16" r="49435" b="-1"/>
          <a:stretch>
            <a:fillRect/>
          </a:stretch>
        </p:blipFill>
        <p:spPr>
          <a:xfrm>
            <a:off x="149054" y="2633143"/>
            <a:ext cx="4353079" cy="2092461"/>
          </a:xfrm>
          <a:prstGeom prst="rect">
            <a:avLst/>
          </a:prstGeom>
        </p:spPr>
      </p:pic>
      <p:pic>
        <p:nvPicPr>
          <p:cNvPr id="3" name="Picture 2" descr="The image is a professional resume section highlighting Jinheon Kwon's background as a Bachelor of Applied Information Technology student at Wintec, emphasizing his technical skills, passion for problem-solving, and commitment to personal growth.&#10;&#10;AI-generated content may be incorrect.">
            <a:extLst>
              <a:ext uri="{FF2B5EF4-FFF2-40B4-BE49-F238E27FC236}">
                <a16:creationId xmlns:a16="http://schemas.microsoft.com/office/drawing/2014/main" id="{9D8190B1-F5D5-0A81-6625-6192A89D15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709" b="7910"/>
          <a:stretch>
            <a:fillRect/>
          </a:stretch>
        </p:blipFill>
        <p:spPr>
          <a:xfrm>
            <a:off x="4646529" y="2633143"/>
            <a:ext cx="4348412" cy="209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14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03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A0C8CD">
              <a:alpha val="50000"/>
            </a:srgbClr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92608" y="1097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D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2416" y="914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LAYOUT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46720" y="9144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56D"/>
                </a:solidFill>
              </a:rPr>
              <a:t>06 / 07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" y="914400"/>
            <a:ext cx="2852928" cy="37307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01168" y="914400"/>
            <a:ext cx="2852928" cy="347472"/>
          </a:xfrm>
          <a:prstGeom prst="rect">
            <a:avLst/>
          </a:prstGeom>
          <a:solidFill>
            <a:srgbClr val="A6D4DC"/>
          </a:solidFill>
          <a:ln w="12700">
            <a:solidFill>
              <a:srgbClr val="A6D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92608" y="93268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— Flex 2-col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92608" y="1106424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text-left + image-right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10896" y="1316736"/>
            <a:ext cx="1483523" cy="3200400"/>
          </a:xfrm>
          <a:prstGeom prst="roundRect">
            <a:avLst>
              <a:gd name="adj" fmla="val 3698"/>
            </a:avLst>
          </a:prstGeom>
          <a:solidFill>
            <a:srgbClr val="EBF5F7"/>
          </a:solidFill>
          <a:ln w="12700">
            <a:solidFill>
              <a:srgbClr val="A0C8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02336" y="1463040"/>
            <a:ext cx="1255288" cy="91440"/>
          </a:xfrm>
          <a:prstGeom prst="rect">
            <a:avLst/>
          </a:prstGeom>
          <a:solidFill>
            <a:srgbClr val="B4C8D0"/>
          </a:solidFill>
          <a:ln w="12700">
            <a:solidFill>
              <a:srgbClr val="B4C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02336" y="1719072"/>
            <a:ext cx="1255288" cy="91440"/>
          </a:xfrm>
          <a:prstGeom prst="rect">
            <a:avLst/>
          </a:prstGeom>
          <a:solidFill>
            <a:srgbClr val="B4C8D0"/>
          </a:solidFill>
          <a:ln w="12700">
            <a:solidFill>
              <a:srgbClr val="B4C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02336" y="1975104"/>
            <a:ext cx="1255288" cy="91440"/>
          </a:xfrm>
          <a:prstGeom prst="rect">
            <a:avLst/>
          </a:prstGeom>
          <a:solidFill>
            <a:srgbClr val="B4C8D0"/>
          </a:solidFill>
          <a:ln w="12700">
            <a:solidFill>
              <a:srgbClr val="B4C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02336" y="2231136"/>
            <a:ext cx="1255288" cy="91440"/>
          </a:xfrm>
          <a:prstGeom prst="rect">
            <a:avLst/>
          </a:prstGeom>
          <a:solidFill>
            <a:srgbClr val="B4C8D0"/>
          </a:solidFill>
          <a:ln w="12700">
            <a:solidFill>
              <a:srgbClr val="B4C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969983" y="1316736"/>
            <a:ext cx="855878" cy="3200400"/>
          </a:xfrm>
          <a:prstGeom prst="roundRect">
            <a:avLst>
              <a:gd name="adj" fmla="val 8547"/>
            </a:avLst>
          </a:prstGeom>
          <a:solidFill>
            <a:srgbClr val="1AA87A">
              <a:alpha val="60000"/>
            </a:srgbClr>
          </a:solidFill>
          <a:ln w="12700">
            <a:solidFill>
              <a:srgbClr val="1AA8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3163824" y="914400"/>
            <a:ext cx="2852928" cy="37307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3163824" y="914400"/>
            <a:ext cx="2852928" cy="347472"/>
          </a:xfrm>
          <a:prstGeom prst="rect">
            <a:avLst/>
          </a:prstGeom>
          <a:solidFill>
            <a:srgbClr val="A6D4DC"/>
          </a:solidFill>
          <a:ln w="12700">
            <a:solidFill>
              <a:srgbClr val="A6D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3255264" y="93268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— CSS Grid 3-col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255264" y="1106424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grid-template-columns: repeat(3,1fr)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4166616" y="1309918"/>
            <a:ext cx="829056" cy="1600200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A0C8CD"/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3273552" y="1321308"/>
            <a:ext cx="829056" cy="1600200"/>
          </a:xfrm>
          <a:prstGeom prst="roundRect">
            <a:avLst>
              <a:gd name="adj" fmla="val 6618"/>
            </a:avLst>
          </a:prstGeom>
          <a:solidFill>
            <a:srgbClr val="1A2A31"/>
          </a:solidFill>
          <a:ln w="12700">
            <a:solidFill>
              <a:srgbClr val="243942"/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3273552" y="1321308"/>
            <a:ext cx="8290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FFE8"/>
                </a:solidFill>
              </a:rPr>
              <a:t>↺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041392" y="1316736"/>
            <a:ext cx="829056" cy="1600200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A0C8CD"/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3273552" y="2971800"/>
            <a:ext cx="829056" cy="1600200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A0C8CD"/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4157472" y="2971800"/>
            <a:ext cx="829056" cy="1600200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A0C8CD"/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5041392" y="2971800"/>
            <a:ext cx="829056" cy="1600200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A0C8CD"/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126480" y="914400"/>
            <a:ext cx="2852928" cy="37307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126480" y="914400"/>
            <a:ext cx="2852928" cy="347472"/>
          </a:xfrm>
          <a:prstGeom prst="rect">
            <a:avLst/>
          </a:prstGeom>
          <a:solidFill>
            <a:srgbClr val="A6D4DC"/>
          </a:solidFill>
          <a:ln w="12700">
            <a:solidFill>
              <a:srgbClr val="A6D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217920" y="93268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— Flex 2-col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217920" y="1106424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info-left + form-right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6236208" y="1316736"/>
            <a:ext cx="1084113" cy="3200400"/>
          </a:xfrm>
          <a:prstGeom prst="roundRect">
            <a:avLst>
              <a:gd name="adj" fmla="val 5061"/>
            </a:avLst>
          </a:prstGeom>
          <a:solidFill>
            <a:srgbClr val="1A2A31">
              <a:alpha val="85000"/>
            </a:srgbClr>
          </a:solidFill>
          <a:ln w="12700">
            <a:solidFill>
              <a:srgbClr val="243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6291072" y="1463040"/>
            <a:ext cx="79882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26262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6291072" y="1792224"/>
            <a:ext cx="79882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26262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6291072" y="2121408"/>
            <a:ext cx="79882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26262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7495885" y="1316736"/>
            <a:ext cx="1312347" cy="3200400"/>
          </a:xfrm>
          <a:prstGeom prst="roundRect">
            <a:avLst>
              <a:gd name="adj" fmla="val 5574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7495885" y="1316736"/>
            <a:ext cx="1294059" cy="29260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7605613" y="139903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7806781" y="139903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8007949" y="139903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8318845" y="1353312"/>
            <a:ext cx="2882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610003" y="2103120"/>
            <a:ext cx="1027054" cy="164592"/>
          </a:xfrm>
          <a:prstGeom prst="rect">
            <a:avLst/>
          </a:prstGeom>
          <a:solidFill>
            <a:srgbClr val="E8F3F5"/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7610003" y="2395728"/>
            <a:ext cx="1027054" cy="164592"/>
          </a:xfrm>
          <a:prstGeom prst="rect">
            <a:avLst/>
          </a:prstGeom>
          <a:solidFill>
            <a:srgbClr val="E8F3F5"/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7610003" y="2688336"/>
            <a:ext cx="1027054" cy="164592"/>
          </a:xfrm>
          <a:prstGeom prst="rect">
            <a:avLst/>
          </a:prstGeom>
          <a:solidFill>
            <a:srgbClr val="E8F3F5"/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7610003" y="2980944"/>
            <a:ext cx="1027054" cy="274320"/>
          </a:xfrm>
          <a:prstGeom prst="rect">
            <a:avLst/>
          </a:prstGeom>
          <a:solidFill>
            <a:srgbClr val="E8F3F5"/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4982BE-B0BF-DEE9-21FB-324F43124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3044"/>
          <a:stretch>
            <a:fillRect/>
          </a:stretch>
        </p:blipFill>
        <p:spPr>
          <a:xfrm>
            <a:off x="4087896" y="2447337"/>
            <a:ext cx="5056104" cy="2696163"/>
          </a:xfrm>
          <a:prstGeom prst="rect">
            <a:avLst/>
          </a:prstGeom>
        </p:spPr>
      </p:pic>
      <p:pic>
        <p:nvPicPr>
          <p:cNvPr id="2" name="Picture 1" descr="The image depicts an educational program offering various computer science and IT courses, including fundamentals of programming, hardware setup, Windows installation, networking basics, and problem-solving.&#10;&#10;AI-generated content may be incorrect.">
            <a:extLst>
              <a:ext uri="{FF2B5EF4-FFF2-40B4-BE49-F238E27FC236}">
                <a16:creationId xmlns:a16="http://schemas.microsoft.com/office/drawing/2014/main" id="{8EE8F328-BB2F-CB50-2D28-0022DAD223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56" r="18330" b="-3"/>
          <a:stretch>
            <a:fillRect/>
          </a:stretch>
        </p:blipFill>
        <p:spPr>
          <a:xfrm>
            <a:off x="1315747" y="10"/>
            <a:ext cx="5070673" cy="2940023"/>
          </a:xfrm>
          <a:custGeom>
            <a:avLst/>
            <a:gdLst/>
            <a:ahLst/>
            <a:cxnLst/>
            <a:rect l="l" t="t" r="r" b="b"/>
            <a:pathLst>
              <a:path w="4113440" h="3920044">
                <a:moveTo>
                  <a:pt x="0" y="0"/>
                </a:moveTo>
                <a:lnTo>
                  <a:pt x="4113440" y="0"/>
                </a:lnTo>
                <a:lnTo>
                  <a:pt x="4113440" y="3103224"/>
                </a:lnTo>
                <a:lnTo>
                  <a:pt x="2157388" y="3103224"/>
                </a:lnTo>
                <a:lnTo>
                  <a:pt x="2157388" y="3920044"/>
                </a:lnTo>
                <a:lnTo>
                  <a:pt x="0" y="3920044"/>
                </a:lnTo>
                <a:close/>
              </a:path>
            </a:pathLst>
          </a:cu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06692FB-8FCB-4B46-A077-B6132E789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070" y="120651"/>
            <a:ext cx="2516279" cy="2206036"/>
          </a:xfrm>
          <a:prstGeom prst="rect">
            <a:avLst/>
          </a:prstGeom>
          <a:solidFill>
            <a:srgbClr val="2F4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FC960A-022A-4742-832C-FCE8ABEAB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49" y="3052482"/>
            <a:ext cx="1074446" cy="1514946"/>
          </a:xfrm>
          <a:prstGeom prst="rect">
            <a:avLst/>
          </a:prstGeom>
          <a:solidFill>
            <a:srgbClr val="2F4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image shows a web development project showcase, featuring a personal CV, a virtual hiking application, and various interactive elements such as a map and color picker tools.&#10;&#10;AI-generated content may be incorrect.">
            <a:extLst>
              <a:ext uri="{FF2B5EF4-FFF2-40B4-BE49-F238E27FC236}">
                <a16:creationId xmlns:a16="http://schemas.microsoft.com/office/drawing/2014/main" id="{42653953-4B9A-0B15-266D-19F0AD70DE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88" r="5" b="5"/>
          <a:stretch>
            <a:fillRect/>
          </a:stretch>
        </p:blipFill>
        <p:spPr>
          <a:xfrm>
            <a:off x="1315747" y="3052482"/>
            <a:ext cx="2651498" cy="151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15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03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A0C8CD">
              <a:alpha val="50000"/>
            </a:srgbClr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92608" y="1097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D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2416" y="914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STRUCTURE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46720" y="9144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56D"/>
                </a:solidFill>
              </a:rPr>
              <a:t>07 / 07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960120"/>
            <a:ext cx="8595360" cy="585216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203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1527048"/>
            <a:ext cx="8595360" cy="22860"/>
          </a:xfrm>
          <a:prstGeom prst="rect">
            <a:avLst/>
          </a:prstGeom>
          <a:solidFill>
            <a:srgbClr val="A0C8CD">
              <a:alpha val="50000"/>
            </a:srgbClr>
          </a:solidFill>
          <a:ln w="12700">
            <a:solidFill>
              <a:srgbClr val="A0C8C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1024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54480" y="10241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554480" y="1463040"/>
            <a:ext cx="105156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670048" y="10241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85616" y="10241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01184" y="10241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16752" y="10241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0" y="10241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138160" y="1097280"/>
            <a:ext cx="594360" cy="292608"/>
          </a:xfrm>
          <a:prstGeom prst="roundRect">
            <a:avLst>
              <a:gd name="adj" fmla="val 375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138160" y="109728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🌙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1719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Accordion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2532888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8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384048" y="262432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BEC8CD">
              <a:alpha val="35000"/>
            </a:srgbClr>
          </a:solidFill>
          <a:ln w="12700">
            <a:solidFill>
              <a:srgbClr val="BEC8C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384048" y="26243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F75"/>
                </a:solidFill>
              </a:rPr>
              <a:t>2019–22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280160" y="25877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 Engineer · CAD/CATIA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54880" y="258775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56D"/>
                </a:solidFill>
              </a:rPr>
              <a:t>+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" y="2029968"/>
            <a:ext cx="4754880" cy="438912"/>
          </a:xfrm>
          <a:prstGeom prst="rect">
            <a:avLst/>
          </a:prstGeom>
          <a:solidFill>
            <a:srgbClr val="A6D4DC"/>
          </a:solidFill>
          <a:ln w="12700">
            <a:solidFill>
              <a:srgbClr val="7891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384048" y="212140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78C8B4">
              <a:alpha val="35000"/>
            </a:srgbClr>
          </a:solidFill>
          <a:ln w="12700">
            <a:solidFill>
              <a:srgbClr val="78C8B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384048" y="21214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6F65"/>
                </a:solidFill>
              </a:rPr>
              <a:t>2023–Now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280160" y="20848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 Principal · Waikato Korean School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754880" y="208483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56D"/>
                </a:solidFill>
              </a:rPr>
              <a:t>−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394960" y="1691640"/>
            <a:ext cx="34747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262626">
                <a:alpha val="20000"/>
              </a:srgbClr>
            </a:solidFill>
            <a:prstDash val="solid"/>
          </a:ln>
          <a:effectLst>
            <a:outerShdw blurRad="254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5486400" y="17647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C6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max-width: 720px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6080760" y="2057400"/>
            <a:ext cx="2103120" cy="2743200"/>
          </a:xfrm>
          <a:prstGeom prst="roundRect">
            <a:avLst>
              <a:gd name="adj" fmla="val 6522"/>
            </a:avLst>
          </a:prstGeom>
          <a:solidFill>
            <a:srgbClr val="F6FBFC"/>
          </a:solidFill>
          <a:ln w="12700">
            <a:solidFill>
              <a:srgbClr val="0B4F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7754112" y="2331720"/>
            <a:ext cx="320040" cy="91440"/>
          </a:xfrm>
          <a:prstGeom prst="rect">
            <a:avLst/>
          </a:prstGeom>
          <a:solidFill>
            <a:srgbClr val="3B555C"/>
          </a:solidFill>
          <a:ln w="12700">
            <a:solidFill>
              <a:srgbClr val="3B55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7754112" y="2532888"/>
            <a:ext cx="320040" cy="91440"/>
          </a:xfrm>
          <a:prstGeom prst="rect">
            <a:avLst/>
          </a:prstGeom>
          <a:solidFill>
            <a:srgbClr val="3B555C"/>
          </a:solidFill>
          <a:ln w="12700">
            <a:solidFill>
              <a:srgbClr val="3B55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7754112" y="2734056"/>
            <a:ext cx="320040" cy="91440"/>
          </a:xfrm>
          <a:prstGeom prst="rect">
            <a:avLst/>
          </a:prstGeom>
          <a:solidFill>
            <a:srgbClr val="3B555C"/>
          </a:solidFill>
          <a:ln w="12700">
            <a:solidFill>
              <a:srgbClr val="3B55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6080760" y="2788920"/>
            <a:ext cx="2103120" cy="1792224"/>
          </a:xfrm>
          <a:prstGeom prst="rect">
            <a:avLst/>
          </a:prstGeom>
          <a:solidFill>
            <a:srgbClr val="DCF0F0">
              <a:alpha val="95000"/>
            </a:srgbClr>
          </a:solidFill>
          <a:ln w="12700">
            <a:solidFill>
              <a:srgbClr val="BCE0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6172200" y="3145536"/>
            <a:ext cx="1920240" cy="0"/>
          </a:xfrm>
          <a:prstGeom prst="line">
            <a:avLst/>
          </a:prstGeom>
          <a:noFill/>
          <a:ln w="12700">
            <a:solidFill>
              <a:srgbClr val="50A0A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6172200" y="2862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172200" y="3474720"/>
            <a:ext cx="1920240" cy="0"/>
          </a:xfrm>
          <a:prstGeom prst="line">
            <a:avLst/>
          </a:prstGeom>
          <a:noFill/>
          <a:ln w="12700">
            <a:solidFill>
              <a:srgbClr val="50A0A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6172200" y="3191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172200" y="3803904"/>
            <a:ext cx="1920240" cy="0"/>
          </a:xfrm>
          <a:prstGeom prst="line">
            <a:avLst/>
          </a:prstGeom>
          <a:noFill/>
          <a:ln w="12700">
            <a:solidFill>
              <a:srgbClr val="50A0A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6172200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172200" y="4133088"/>
            <a:ext cx="1920240" cy="0"/>
          </a:xfrm>
          <a:prstGeom prst="line">
            <a:avLst/>
          </a:prstGeom>
          <a:noFill/>
          <a:ln w="12700">
            <a:solidFill>
              <a:srgbClr val="50A0A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/>
          <p:nvPr/>
        </p:nvSpPr>
        <p:spPr>
          <a:xfrm>
            <a:off x="6172200" y="38496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172200" y="4178808"/>
            <a:ext cx="1920240" cy="274320"/>
          </a:xfrm>
          <a:prstGeom prst="roundRect">
            <a:avLst>
              <a:gd name="adj" fmla="val 3333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6172200" y="4178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🌙 Dark Mode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presentation slide for a YouTube video production agency, featuring a section on Waikato Korean School, its history, community impact, and roles of its Deputy Principal.&#10;&#10;AI-generated content may be incorrect.">
            <a:extLst>
              <a:ext uri="{FF2B5EF4-FFF2-40B4-BE49-F238E27FC236}">
                <a16:creationId xmlns:a16="http://schemas.microsoft.com/office/drawing/2014/main" id="{54A4F2D3-F182-6E69-2699-1DB567A32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1" y="247082"/>
            <a:ext cx="4070073" cy="2167313"/>
          </a:xfrm>
          <a:prstGeom prst="rect">
            <a:avLst/>
          </a:prstGeom>
        </p:spPr>
      </p:pic>
      <p:pic>
        <p:nvPicPr>
          <p:cNvPr id="5" name="Picture 4" descr="A user interface displaying a personal profile with sections for About, Skills, Education, Project, Experience, and Contact, featuring a Dark Mode theme.&#10;&#10;AI-generated content may be incorrect.">
            <a:extLst>
              <a:ext uri="{FF2B5EF4-FFF2-40B4-BE49-F238E27FC236}">
                <a16:creationId xmlns:a16="http://schemas.microsoft.com/office/drawing/2014/main" id="{F88A2D81-5FEC-38EA-F4A7-DDC823FB3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93" y="3062439"/>
            <a:ext cx="4070073" cy="62068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7710" y="0"/>
            <a:ext cx="6858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37460"/>
            <a:ext cx="4594860" cy="685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image displays a personal profile for a student named Jin, detailing their educational background in Applied Information Technology, skills in various technical areas, and their personal objectives and interests.&#10;&#10;AI-generated content may be incorrect.">
            <a:extLst>
              <a:ext uri="{FF2B5EF4-FFF2-40B4-BE49-F238E27FC236}">
                <a16:creationId xmlns:a16="http://schemas.microsoft.com/office/drawing/2014/main" id="{4F84D432-0664-0EE4-F241-675374EBE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168" y="260321"/>
            <a:ext cx="3231054" cy="469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80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4F3C">
              <a:alpha val="40000"/>
            </a:srgbClr>
          </a:solidFill>
          <a:ln w="12700">
            <a:solidFill>
              <a:srgbClr val="0B4F3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1AA87A">
              <a:alpha val="28000"/>
            </a:srgbClr>
          </a:solidFill>
          <a:ln w="12700">
            <a:solidFill>
              <a:srgbClr val="1AA87A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9FFFE8">
              <a:alpha val="20000"/>
            </a:srgbClr>
          </a:solidFill>
          <a:ln w="12700">
            <a:solidFill>
              <a:srgbClr val="9FFFE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87A"/>
          </a:solidFill>
          <a:ln w="12700">
            <a:solidFill>
              <a:srgbClr val="1AA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2743200" cy="402336"/>
          </a:xfrm>
          <a:prstGeom prst="roundRect">
            <a:avLst>
              <a:gd name="adj" fmla="val 34091"/>
            </a:avLst>
          </a:prstGeom>
          <a:solidFill>
            <a:srgbClr val="1AA87A">
              <a:alpha val="85000"/>
            </a:srgbClr>
          </a:solidFill>
          <a:ln w="12700">
            <a:solidFill>
              <a:srgbClr val="1AA87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0" y="12344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CV Website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2706624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F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12700">
            <a:solidFill>
              <a:srgbClr val="A0C8C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COMP506 · Interactive Digital Media · Wintec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496</Words>
  <Application>Microsoft Office PowerPoint</Application>
  <PresentationFormat>On-screen Show (16:9)</PresentationFormat>
  <Paragraphs>165</Paragraphs>
  <Slides>13</Slides>
  <Notes>8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CV Website</dc:title>
  <dc:subject>PptxGenJS Presentation</dc:subject>
  <dc:creator>PptxGenJS</dc:creator>
  <cp:lastModifiedBy>진헌 권</cp:lastModifiedBy>
  <cp:revision>1</cp:revision>
  <dcterms:created xsi:type="dcterms:W3CDTF">2026-04-03T02:07:41Z</dcterms:created>
  <dcterms:modified xsi:type="dcterms:W3CDTF">2026-04-03T08:51:14Z</dcterms:modified>
</cp:coreProperties>
</file>